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ink/ink1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.xml" ContentType="application/inkml+xml"/>
  <Override PartName="/ppt/ink/ink50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sldIdLst>
    <p:sldId id="259" r:id="rId3"/>
    <p:sldId id="265" r:id="rId4"/>
    <p:sldId id="266" r:id="rId5"/>
    <p:sldId id="273" r:id="rId6"/>
    <p:sldId id="274" r:id="rId7"/>
    <p:sldId id="420" r:id="rId9"/>
    <p:sldId id="267" r:id="rId10"/>
    <p:sldId id="276" r:id="rId11"/>
    <p:sldId id="474" r:id="rId12"/>
    <p:sldId id="524" r:id="rId13"/>
    <p:sldId id="449" r:id="rId14"/>
    <p:sldId id="525" r:id="rId15"/>
    <p:sldId id="501" r:id="rId16"/>
    <p:sldId id="526" r:id="rId17"/>
    <p:sldId id="527" r:id="rId18"/>
    <p:sldId id="534" r:id="rId19"/>
    <p:sldId id="386" r:id="rId20"/>
    <p:sldId id="416" r:id="rId21"/>
    <p:sldId id="272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905" userDrawn="1">
          <p15:clr>
            <a:srgbClr val="A4A3A4"/>
          </p15:clr>
        </p15:guide>
        <p15:guide id="2" orient="horz" pos="2138" userDrawn="1">
          <p15:clr>
            <a:srgbClr val="A4A3A4"/>
          </p15:clr>
        </p15:guide>
        <p15:guide id="3" orient="horz" pos="250" userDrawn="1">
          <p15:clr>
            <a:srgbClr val="A4A3A4"/>
          </p15:clr>
        </p15:guide>
        <p15:guide id="4" orient="horz" pos="4075" userDrawn="1">
          <p15:clr>
            <a:srgbClr val="A4A3A4"/>
          </p15:clr>
        </p15:guide>
        <p15:guide id="5" pos="56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nson" initials="e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3A1C"/>
    <a:srgbClr val="F23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27" autoAdjust="0"/>
    <p:restoredTop sz="94674"/>
  </p:normalViewPr>
  <p:slideViewPr>
    <p:cSldViewPr snapToGrid="0" snapToObjects="1" showGuides="1">
      <p:cViewPr varScale="1">
        <p:scale>
          <a:sx n="118" d="100"/>
          <a:sy n="118" d="100"/>
        </p:scale>
        <p:origin x="240" y="96"/>
      </p:cViewPr>
      <p:guideLst>
        <p:guide pos="3905"/>
        <p:guide orient="horz" pos="2138"/>
        <p:guide orient="horz" pos="250"/>
        <p:guide orient="horz" pos="4075"/>
        <p:guide pos="56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commentAuthors" Target="commentAuthors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27T17:05:03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175 830,'19'-1,"37"1,19 0,-11 0,5 0,-5 3,-22 3,-8 1,4 2,0 2,-10-1,-7 0,-6-2,-7-2,-2-1,-2 0,-1 0,-2 2,0 1,0-1,0 4,2 4,1 4,-1 0,1 2,-2-5,-1-1,-4 1,-4 2,-6 3,-5 1,-4-2,-7-3,-1-3,1-4,-2-1,1-2,-1-1,0-3,-1-1,-2-2,5-2,3-4,0-1,5-1,3 0,4 0,0-1,4 3,-3-4,-4-2,4 3,1-1,0-1,1 0,0-1,-2-3,-1-5,2-1,4 4,2 3,2 3,2 0,2-2,1-3,1 3,1 2,0 3,0 5,0 0,1 2,2-2,-1-1,-1 0,2-1,-1 0,1 0,0 0,0 0,-2 2,1 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27T17:05:03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252 1294,'6'0,"39"0,66 0,23 0,-9 2,-31 6,-44 0,-18-1,-8 2,-8 0,-1 3,-1 2,-5-3,-1-3,-3-1,-2-4,-2 2,-1-1,-1 4,-4 3,-1-2,-3 0,-6-1,-11 0,-4-3,1-3,-5-2,-2 0,2 0,-5 0,-4 0,4 0,8 0,11-1,7-1,2 0,2-1,3 1,2 0,1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27T17:05:03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354 1323,'-2'7,"2"5,0 8,0 0,0 1,0-1,1-3,7 3,9 1,9 0,0-5,-1-5,6-4,4-5,2-5,2-7,-5-5,-6 0,-4 0,-8 4,-6 3,-4 4,-3 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27T17:05:03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1200 1981,'12'-1,"7"1,7 0,7 0,4 0,-3 0,-2 0,-4 1,-3 0,-2 1,-3 0,-5-1,-4 0,-2 0,0-1,-2 0,-1 0,-2 0,0 0,0 0,2 0,1 0,3 0,0 0,1 1,-3-1,0 0,1 1,1-1,-1 0,0 1,1-1,-2 0,-2 0,0 0,-1 0,0 0,0-1,-1 1,-1 0,1-1,0 1,2 0,1-1,0 0,0 1,0 0,-2 0,-1-1,-1 1,2 0,1-1,0 0,1 1,0 0,-2 0,-1 0,0 0,0 0,2-1,-2 1,2 0,-1 0,0-1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27T17:05:03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1849 1981,'24'0,"-1"0,2 0,3 0,2 0,-7 0,-2 0,-3 0,-5 0,-1 0,-1 0,-2 0,0 0,-1 0,-1 0,-2 0,-1 0,1 0,1-1,0 1,-1 0,0-1,-1 1,0-1,0 1,0-1,0 1,-1 0,0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27T17:05:03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2176 1971,'7'0,"4"0,7 0,1 0,0 0,-6 0,-3 0,0 0,-1 0,-2 0,-2 1,1-1,-1 1,-2-1,0 0,1 0,0 0,0 0,-1 0,0 0,1 0,3 0,2 0,0 0,-3 0,-3-1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27T17:05:03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2487 1986,'58'0,"-6"0,-5 0,-10 0,-14 0,-14 0,-4 0,1-2,-1 0,1 1,-1-1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27T17:05:03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100 1104,'19'0,"16"0,4 0,6 0,-3 0,-5 0,2 0,-9 0,-3 0,-5 0,-1 1,-4 1,-3-2,0 0,1 0,3 0,0 0,0 0,-1-2,-1 1,0 1,-1 0,-2 0,0 1,1 0,-1 1,-1 0,-2 0,1 0,0 0,-1 1,0-2,-1 1,1 0,-1 1,1 0,-3 0,-1-2,-1 0,-1 0,-1-1,5 0,3 1,4 0,-2 2,-1 1,-3-1,-2 0,-1-2,-3 0,1-1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27T17:05:03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162 1193,'10'0,"26"0,30 3,24 4,-9-3,-19-3,-15-1,-18 0,-9 0,-9 0,-4 0,-4 0,1 1,0 0,1-1,2 0,1 0,0 0,-3 0,0 1,1 0,0-1,-1 1,0-1,-2-1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27T17:05:03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804 1103,'-4'20,"0"-5,0-2,2-2,0-5,1-2,1-1,-4 3,2-3,0 0,0 0,0 0,-1 3,0 1,0-1,0 0,2-3,3-6,2 0,0-1,0 1,-1 1,1 0,-1 0,1 0,2-1,2-2,-1 2,-3 1,-1 1,0 4,-4 0,1 0,-2 1,1 0,1-1,-1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27T17:05:03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860 1193,'-4'0,"-1"0,0 0,1 0,1 0,2 3,1 2,0 2,1-1,1-1,1-3,0-2,0-2,0-1,1 0,-1-2,0 1,1 1,-3 7,-1 0,1 2,1-3,0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27T17:05:03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896 1202,'0'6,"0"-2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27T17:05:03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898 1179,'2'0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27T17:05:03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932 1146,'0'9,"0"9,-1 2,0-5,1-5,0-4,0-10,1-1,1 1,3-2,4-5,4-3,-3 3,-2 2,-3 3,-2 4,0 0,0 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27T17:05:03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957 1174,'4'2,"3"4,0 1,-2-2,-2-1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27T17:05:03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1007 1168,'0'4,"0"5,0-1,0-1,0-2,0-2,2-7,2-1,2-4,3-3,-2 2,-3 2,-1 1,-2 3,0 1,-1 8,-2 2,1 6,1 0,0-3,0-2,2-4,2-3,3 0,3-1,4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27T17:05:03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145 1468,'9'0,"39"1,62 4,59 3,-10-5,-55-3,-21 0,-7 0,-1 0,-10 3,-9 7,-4 1,-17-3,-5-6,10-2,1-4,-1-3,1-1,-1 2,-1 1,-4 0,-3 1,0-1,-2 3,-6 1,-8 1,-4 0,-5 0,-3-2,0 0,-2-1,1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27T17:05:03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105 1749,'6'-1,"3"1,5 0,2 0,0 0,-3 0,-2 0,-2-1,0 1,0-1,-2 0,-2 1,-1-1,0 0,3 0,-1 0,0 0,-1 1,-1 0,-1 0,1-1,3-2,9 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27T17:05:03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293 752,'6'0,"18"0,34 0,28 0,4 0,-17 0,-3 0,-1 0,-7 0,-9 0,-12 0,-15 0,-13 0,-4 0,-5 0,0 0,1 0,0 0,3 1,1-1,0 1,3 0,2 0,4 0,-1 1,-5-1,-3 0,-5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27T17:05:03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363 1073,'18'-1,"21"1,15 0,-1 0,-13 0,-8 0,-1 0,-10 0,-8 0,-6 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27T17:05:03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374 1153,'6'0,"16"0,12 0,-2 0,-8 0,-7 0,-9 0,-5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27T17:05:03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316 1271,'12'0,"19"0,21 0,-11 1,-23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27T17:05:03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134 1996,'7'0,"7"0,9 0,1 0,-4 0,-1 0,-3 0,3 0,0 0,-1 0,4 0,0 0,-2 0,-2 0,1 0,1 0,3 0,0 0,-2-1,-5 1,-2 0,0 0,0 0,4 0,2 0,0 0,-6 0,-4 1,-3 0,-4 0,0-1,1 1,9 3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27T17:05:03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956 1976,'-4'0,"-2"0,-2 0,2 0,0 0,0 0,0 0,2 0,-1 0,2 0,-1 0,0 0,0 0,-2 0,1 0,1 0,0 0,-1 0,1 0,1-1,0 1,-1-1,-1 1,2-1,-1 1,1-1,0 0,-1 0,1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27T17:05:03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865 1957,'-3'0,"-1"0,-2 0,-1 0,1 0,0 0,1 0,2 0,6 3,0 0,2 1,1 2,0 1,1-1,-1-1,-2 0,1-2,-2 0,1 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27T17:05:03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161 2078,'8'0,"11"0,8 0,-3 0,1 0,4 0,-1 0,-2 0,-3 0,-2 0,-1 0,-2 0,2 0,0 0,-2 0,-5 0,-6 0,2 0,2 1,0-1,4 0,2 0,-1 0,-4 0,-4 0,-2 0,-1 0,0 0,0 0,-1 1,0 0,0-1,1 1,1 0,0-1,-1 1,1 0,-1 0,-1 0,0-1,-1 1,0-1,1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27T17:05:03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2380 507,'-2'-4,"3"0,3-2,2-1,2 0,2 1,0 0,-1 2,1 1,1 0,4 1,3 1,3 1,4 0,-2 1,1 3,0 4,-3 1,-2 1,-5-3,-6 0,-1-1,-2-1,0 2,-1 1,2 4,0 1,-2-2,0-1,0 0,-1 0,-1 1,0 1,-1 1,-1-4,0-2,0-3,-2 1,-2 0,-5 2,-2 3,0-1,0-2,1-2,1-1,-1 0,-2 1,0 0,1 0,0-1,-3-1,0-1,3-2,4 0,3 0,1 0,-3-1,-3-1,-3-3,0-1,0-2,-2-4,0-6,2-2,1-2,2 1,1 4,3 4,1 1,2 2,1-1,0 1,1 2,-1 1,1 2,0 0,0-2,0 0,0 1,0 1,0 2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27T17:05:03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1980 553,'4'0,"1"0,-1 0,1 0,1 0,-1 0,1 0,-2 0,1 0,0 0,-1 0,1 0,-2 0,0 0,0 0,2 0,-2-1,0 1,0-1,2 0,-2 0,1 0,0 0,-1 0,0 1,0 0,2 0,-1 0,-1 0,1 0,1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27T17:05:03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3030 465,'19'0,"38"0,3 0,-35 0,-6 0,-7 0,-8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27T17:05:03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1100 221,'13'0,"10"0,12 0,12 0,-1 0,1 0,0 0,-11 1,-15 2,-7 1,-5-1,-5 0,-1-1,0 0,3 0,1 1,1 1,1-1,0 0,1 0,-1-1,0 0,-2 0,-2-1,-1 0,-1-1,0 1,1-1,-1 0,0 0,4 2,2 1,1 0,-2 1,-2-2,-3 0,-1 1,-2 0,-4 0,1-1,-2 1,-6 4,-9 4,-6 1,0-1,0-3,-3 0,1-2,3-2,1-2,2 0,5-2,4 0,2 0,1-2,-1-2,0 0,-1 0,2 1,1 1,1 0,1 0,0 1,0 0,-1-1,0 1,-1 0,0-2,0 1,1-1,2 0,-2 0,1 1,1-1,0 1,1 0,1-1,0 1,1-2,0 0,1-2,0-1,1 1,0 0,0 2,1 1,0-1,0 1,0-1,0-1,1 1,0-1,0 2,2 3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27T17:05:03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1299 429,'-3'1,"0"-1,-1 0,1 0,-1 0,-2 0,-3 2,-1 1,1 1,0 0,1 2,0 2,-3 4,0 2,1 0,1-1,2 0,1 0,0-2,1 2,-1 1,2 1,1 0,0 3,0 3,1 1,1-2,1 2,0 3,0-3,1-1,3-2,0-3,2-1,2 0,2-2,1-1,2-2,1-1,9 1,4-1,3-4,4-1,-3-2,-4 0,0 0,-3 0,-6-2,5-1,6-2,-7-1,-1 1,-3-1,-4 0,0-2,1-2,2-4,2-2,0-6,0-5,-5 0,-1-1,-2 2,-4 3,-4 1,-1-4,-4 4,-4 0,-4 2,-1 6,-6 0,-8 0,-8-2,-6-1,-3 2,0 3,0 2,7 3,5-1,7 1,10 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27T17:05:03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278 1725,'7'-1,"35"1,25 0,-7 0,-1 0,-3 0,-9 0,2 0,2 0,-8 0,-9 1,-2 0,-4-1,-5 0,-4 0,-1 0,-3 1,-2 1,-1 0,0-1,1-1,-1 0,1 0,0 1,0-1,-2 1,-1-1,0 0,-1 0,1 0,-2 0,-1 1,0-1,0 0,0 0,1 0,1 0,-2 0,1 0,-1 0,0 0,1 0,2 0,1 0,-2 1,-1-1,-1 1,0 0,0-1,1 0,0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27T17:05:03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1378 1722,'8'0,"34"0,28 0,-2 0,-18 0,-23 0,-11 0,-10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27T17:05:03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895 1629,'-10'0,"-3"0,0 1,5 0,3 1,0 0,4 1,0 1,1 2,0 2,3 1,2 0,2-2,0-1,4 1,2 0,1 0,1-1,1-1,-1-1,1-2,1-2,2 0,-2 0,0-2,-1-2,-2 0,-1-1,-2 1,0 0,0 1,-1 0,0 0,0 0,-2 0,-2 1,-1-1,-1 1,0-2,-3 0,0-3,-1 0,0 0,-2 0,-2 0,-2 1,-1 1,-4-1,-8 0,-8 0,-8-1,-6 3,-3 2,8 1,5 1,3 1,8 1,7-1,4 1,5-2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27T17:05:03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226 1248,'0'3,"-1"5,-1 5,1 2,1-5,0-3,1-1,4-1,4-1,4-2,2-1,-2 0,-1-2,0-4,-2-2,1-4,-2-3,-1-2,-3 1,-3 2,-2 3,-3 4,-5 2,-2 2,-2 1,2 1,3 1,0 1,3 0,1 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27T17:05:03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317 1268,'8'6,"1"1,-2 1,-1 1,1 1,-1 0,1 2,-1-1,-2-1,-1-3,0 0,-1 0,0 1,0-1,0 2,-1 0,0-2,1 2,0 0,0 1,1 0,-1 0,0 0,-1 0,1 1,-1-3,0 1,0 2,1-2,-1-3,0 2,0-1,0 1,0-2,-1-1,1-1,-1-1,-5-6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27T17:05:03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388 1539,'4'2,"3"3,0 0,-2 0,-1-2,-2 0,0 0,1 2,1 0,-1-2,0 0,1-1,-2-6,-1-3,2-4,2-1,0 1,-1 4,-2 2,0 2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27T17:05:03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425 1707,'-7'-2,"1"-1,0 0,2 0,-1-2,1 1,1 0,2 0,1 1,0 0,1 0,3-1,9-3,11-2,7 2,-2 3,-4 2,-4 2,-6 0,-1 1,0 2,-1 1,-2 1,-2-1,-1 1,-1 0,0 2,-1 0,-2-1,-2 0,1 0,-2-2,-2 0,-1-1,-4 1,-1 2,-3 1,1-2,1-2,1 0,-2 0,-1-1,-1-1,0-1,2 0,3-1,1-1,2-1,0 0,-1-2,0-3,0 0,2-1,2 1,2 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27T17:05:03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917 1630,'4'0,"3"0,5 0,6 0,0 0,1 0,-1 0,0 0,-5 0,-2 0,1 0,-1 0,-1 0,2 0,2 0,-3 0,-2 1,-2 0,0 0,0 0,-1-1,0 1,-1 0,0-1,0 1,2-1,0 0,1 0,0 1,0 0,1 1,0-1,-1 0,1 1,-1 1,-2-2,-3 0,0 1,1-2,0 0,1 2,2 0,1 0,-1 1,-1-2,-3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27T17:05:03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1330 1647,'3'0,"3"0,4 2,-2 1,-3-1,-2-1,-6 2,-3 1,-3 1,-2 2,1-1,2-2,1-1,4-2,0 0,0-5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27T17:05:03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1445 1634,'-12'-1,"-2"3,2 2,0 2,4-2,4 0,0 0,2 0,0 1,1 1,0 1,1-1,1 2,1 0,3-1,2 0,0-1,2-1,3 0,3 0,2-1,0 0,0-1,-3-2,-1-1,0-1,-3-1,-2-1,1-1,-2-2,0-1,-2 0,0 1,-2 1,-1 1,0 1,-1-1,1 0,-1 0,-1 1,0-3,-1 2,-3-1,-2 0,-1 0,-2 1,-3-2,-2 0,0 2,0 2,-1 1,1 1,1 0,4 0,3 0,3 0,0 0,-2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27T17:05:03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1491 1621,'4'-1,"4"1,3-2,1 1,-1 1,-2 0,-1 0,0 0,1 0,0 1,1 3,0 0,-2 0,-3 0,-1-1,0 0,-1 1,0 0,0-1,0 0,1 0,2-1,-2 0,0 0,-1-1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27T17:05:03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1648 1646,'5'-1,"-2"1,0 2,-1 1,-7-1,1-1,0 1,0 0,-1 0,-1 0,1 1,0-1,-1 0,2 0,1-1,0-1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27T17:05:03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1730 1613,'-4'-1,"-3"1,-3 0,-1 0,-1 0,3 3,1 1,3-1,0 1,1 0,1 1,0 3,2 0,0 1,0-1,1-1,1-1,3 0,1 1,3 0,3 1,1 0,0-2,-2-2,0-1,-1-1,1-1,0 0,0 0,-2-1,0 0,-1 0,0 0,1-1,-1 1,-1-2,1 0,-1-1,1 0,-1-1,0 0,-1-1,0 0,-2 1,0 0,1-1,-2 1,0-1,0 1,0-1,-1 2,-1-1,-1 0,0-1,-1 0,0 1,0-1,-3-2,-2-2,0 3,1 2,-3 0,-1 2,-3 0,-2 0,-1 1,2 0,2 1,0 0,3 0,3 0,1 0,2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27T17:05:03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1828 1608,'10'0,"9"0,8 0,-4 0,-4 1,-6 1,-6 0,-2-1,-2 1,0 0,0 1,2 0,0 0,-1-1,-1-1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27T17:05:03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1971 1614,'6'4,"-1"-1,-2-1,-7 0,-7 0,-3 0,3-1,2 0,4 0,2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27T17:05:03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1545 1256,'-6'4,"-1"0,0 1,0 1,0 2,-1 2,0 2,1-1,3 0,1 0,1 2,1 3,1 1,0-3,0-7,2-1,1 1,1-2,1 0,1 0,0 0,-1-2,-1-1,-1-1,1-1,1 0,3 0,3-1,3 1,3 0,2 0,-1 0,-2 0,-1-1,-3-2,-1-2,-1-5,3-11,2-19,2-10,-1-5,-4 1,-6 9,-5-5,-2-12,-1 2,1 11,1 5,-3 5,-5 3,-2 7,2 9,1 5,3 5,2 4,0 1,1 2,0-1,-2 2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27T17:05:03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1679 519,'-3'-2,"0"2,-4 2,-3 2,-2 5,-1 4,1 3,-1 6,-3 13,2 8,4 1,7 0,2 3,1 12,0 0,0-13,2-8,2-7,3 1,2 1,3-1,-1-5,-1-5,0-1,-1-5,-1-1,-1 0,-1 1,-1-2,-2-2,-1-5,-1-2,1-1,0-1,-5-5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27T17:05:03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2552 440,'-9'2,"-9"6,-8 8,5 1,1 4,0 3,6-1,-1 7,1 6,4 3,2 2,4-2,3 3,0 2,0-10,1-7,0-4,0-5,0 0,0 0,0 1,-1-3,0-3,-2-2,-3 5,0 1,0-1,2-3,2-3,1-3,0-3,1-1,-1 6,-2 3,-3 3,-4 6,-1 2,0-2,2-1,3-6,2-2,1 1,0-3,1 1,0 1,-1 0,0-1,0 0,2-2,0-3,0 0,1 0,0 0,0 0,0-1,0 1,0-1,1 0,1 1,2-6,3 1,0 2,-1 1,-1-1,-1 0,0-4,2-3,5 1,7 0,4-1,-2-1,0-2,-3-3,-8 4,-4 3,2-1,0-2,-4 1,1-1,0-2,-1-1,0 0,1-5,0-4,2-13,3-14,-3 3,-3 9,-2 5,-1 5,-2 7,-3 3,-1 3,0-1,0 0,0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27T17:05:03"/>
    </inkml:context>
    <inkml:brush xml:id="br0">
      <inkml:brushProperty name="width" value="0.09701" units="cm"/>
      <inkml:brushProperty name="height" value="0.09701" units="cm"/>
      <inkml:brushProperty name="color" value="#c00000"/>
      <inkml:brushProperty name="ignorePressure" value="0"/>
    </inkml:brush>
  </inkml:definitions>
  <inkml:trace contextRef="#ctx0" brushRef="#br0">2899 464,'-2'7,"-1"6,-3 6,0 8,2 8,3 5,1 1,0-3,0-10,1-3,0 2,3-5,-1 0,-1 2,-1-4,-2-3,-3-3,-3-1,-3 1,-6 4,-4 3,1-2,-1 3,-3 7,6 1,5 3,4 5,5-5,2-10,2-7,-1-6,2-6,-1-1,-1 2,-3 7,-1 2,-1 4,0 3,2-5,2-5,1-1,0-1,0-2,1-2,0-1,1-1,-1 0,2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office.msn.com.cn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>
            <a:fillRect/>
          </a:stretch>
        </p:blipFill>
        <p:spPr>
          <a:xfrm>
            <a:off x="3882314" y="1181451"/>
            <a:ext cx="4495104" cy="4495104"/>
          </a:xfrm>
          <a:prstGeom prst="ellipse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22049" r="54675" b="21936"/>
          <a:stretch>
            <a:fillRect/>
          </a:stretch>
        </p:blipFill>
        <p:spPr>
          <a:xfrm>
            <a:off x="952455" y="-12701"/>
            <a:ext cx="1049298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>
            <a:fillRect/>
          </a:stretch>
        </p:blipFill>
        <p:spPr>
          <a:xfrm>
            <a:off x="8015258" y="-12700"/>
            <a:ext cx="418944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>
            <a:fillRect/>
          </a:stretch>
        </p:blipFill>
        <p:spPr>
          <a:xfrm flipH="1">
            <a:off x="0" y="-12700"/>
            <a:ext cx="418944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54115" t="20375" r="25555" b="20378"/>
          <a:stretch>
            <a:fillRect/>
          </a:stretch>
        </p:blipFill>
        <p:spPr>
          <a:xfrm>
            <a:off x="7739212" y="0"/>
            <a:ext cx="4452788" cy="686281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659004" y="258233"/>
            <a:ext cx="4868117" cy="529569"/>
          </a:xfrm>
          <a:prstGeom prst="rect">
            <a:avLst/>
          </a:prstGeom>
          <a:ln w="12700" cmpd="sng">
            <a:solidFill>
              <a:schemeClr val="tx1"/>
            </a:solidFill>
          </a:ln>
        </p:spPr>
        <p:txBody>
          <a:bodyPr vert="horz" anchor="ctr"/>
          <a:lstStyle>
            <a:lvl1pPr marL="0" indent="0" algn="l">
              <a:buNone/>
              <a:defRPr sz="2400" b="1"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lvl="0"/>
            <a:r>
              <a:rPr kumimoji="1" lang="en-US" altLang="zh-CN" dirty="0" smtClean="0"/>
              <a:t>CLICK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HERE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ADD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YOUR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TITLE</a:t>
            </a:r>
            <a:endParaRPr kumimoji="1" lang="zh-CN" altLang="en-US" dirty="0"/>
          </a:p>
        </p:txBody>
      </p:sp>
      <p:sp>
        <p:nvSpPr>
          <p:cNvPr id="3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1386592" y="171547"/>
            <a:ext cx="805408" cy="616255"/>
          </a:xfrm>
          <a:prstGeom prst="rect">
            <a:avLst/>
          </a:prstGeom>
          <a:solidFill>
            <a:schemeClr val="tx1"/>
          </a:solidFill>
        </p:spPr>
        <p:txBody>
          <a:bodyPr vert="horz" anchor="ctr"/>
          <a:lstStyle>
            <a:lvl1pPr marL="0" indent="0" algn="ctr">
              <a:buNone/>
              <a:defRPr sz="2400" b="1">
                <a:solidFill>
                  <a:srgbClr val="FFFFFF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lvl="0"/>
            <a:r>
              <a:rPr kumimoji="1" lang="en-US" altLang="zh-CN" dirty="0" smtClean="0"/>
              <a:t>01</a:t>
            </a:r>
            <a:endParaRPr kumimoji="1" lang="zh-CN" altLang="en-US" dirty="0"/>
          </a:p>
        </p:txBody>
      </p:sp>
      <p:sp>
        <p:nvSpPr>
          <p:cNvPr id="4" name="图片占位符 8"/>
          <p:cNvSpPr>
            <a:spLocks noGrp="1"/>
          </p:cNvSpPr>
          <p:nvPr>
            <p:ph type="pic" sz="quarter" idx="14" hasCustomPrompt="1"/>
          </p:nvPr>
        </p:nvSpPr>
        <p:spPr>
          <a:xfrm>
            <a:off x="376768" y="5989475"/>
            <a:ext cx="1960033" cy="533400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1600" b="1"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r>
              <a:rPr kumimoji="1" lang="en-US" altLang="zh-CN" sz="1600" b="1" dirty="0" smtClean="0"/>
              <a:t>LOGO&amp;PIC</a:t>
            </a:r>
            <a:r>
              <a:rPr kumimoji="1" lang="zh-CN" altLang="en-US" sz="1600" b="1" dirty="0" smtClean="0"/>
              <a:t> </a:t>
            </a:r>
            <a:r>
              <a:rPr kumimoji="1" lang="en-US" altLang="zh-CN" sz="1600" b="1" dirty="0" smtClean="0"/>
              <a:t>HERE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440603" y="75987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600"/>
            <a:r>
              <a:rPr lang="zh-CN" alt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/>
                <a:cs typeface="Segoe UI Light"/>
              </a:rPr>
              <a:t>背景图片素材</a:t>
            </a:r>
            <a:endParaRPr lang="zh-CN" altLang="en-US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600"/>
            <a:r>
              <a:rPr kumimoji="1" lang="en-US" altLang="zh-CN" sz="1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 charset="0"/>
                <a:cs typeface="Segoe UI Light"/>
              </a:rPr>
              <a:t>OfficePLUS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Segoe UI Light"/>
              <a:ea typeface="微软雅黑" charset="0"/>
              <a:cs typeface="Segoe UI Ligh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62361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600"/>
            <a:r>
              <a:rPr lang="zh-CN" altLang="en-US" sz="1800" dirty="0" smtClean="0">
                <a:solidFill>
                  <a:srgbClr val="FFFFFF"/>
                </a:solidFill>
                <a:latin typeface="Segoe UI Light"/>
                <a:ea typeface="微软雅黑"/>
                <a:cs typeface="Segoe UI Light"/>
              </a:rPr>
              <a:t>标注</a:t>
            </a:r>
            <a:endParaRPr lang="zh-CN" altLang="en-US" sz="1800" dirty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3453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600">
              <a:lnSpc>
                <a:spcPct val="130000"/>
              </a:lnSpc>
            </a:pPr>
            <a:r>
              <a:rPr lang="zh-CN" altLang="en-US" sz="1400" dirty="0" smtClean="0">
                <a:solidFill>
                  <a:srgbClr val="FFFFFF"/>
                </a:solidFill>
                <a:latin typeface="Segoe UI Light"/>
                <a:ea typeface="微软雅黑"/>
                <a:cs typeface="Segoe UI Light"/>
              </a:rPr>
              <a:t>字体使用 </a:t>
            </a:r>
            <a:endParaRPr lang="en-US" altLang="zh-CN" sz="1400" dirty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endParaRPr lang="en-US" altLang="zh-CN" sz="1400" dirty="0" smtClean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endParaRPr lang="en-US" altLang="zh-CN" sz="1400" dirty="0" smtClean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endParaRPr lang="en-US" altLang="zh-CN" sz="1400" dirty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endParaRPr lang="en-US" altLang="zh-CN" sz="1400" dirty="0" smtClean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r>
              <a:rPr lang="zh-CN" altLang="en-US" sz="1400" dirty="0" smtClean="0">
                <a:solidFill>
                  <a:srgbClr val="FFFFFF"/>
                </a:solidFill>
                <a:latin typeface="Segoe UI Light"/>
                <a:ea typeface="微软雅黑"/>
                <a:cs typeface="Segoe UI Light"/>
              </a:rPr>
              <a:t>行距</a:t>
            </a:r>
            <a:endParaRPr lang="en-US" altLang="zh-CN" sz="1400" dirty="0" smtClean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endParaRPr lang="en-US" altLang="zh-CN" sz="1400" dirty="0" smtClean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endParaRPr lang="en-US" altLang="zh-CN" sz="1400" dirty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r>
              <a:rPr lang="zh-CN" altLang="en-US" sz="1400" dirty="0" smtClean="0">
                <a:solidFill>
                  <a:srgbClr val="FFFFFF"/>
                </a:solidFill>
                <a:latin typeface="Segoe UI Light"/>
                <a:ea typeface="微软雅黑"/>
                <a:cs typeface="Segoe UI Light"/>
              </a:rPr>
              <a:t>背景图片出处</a:t>
            </a:r>
            <a:endParaRPr lang="zh-CN" altLang="en-US" sz="1400" dirty="0" smtClean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endParaRPr lang="zh-CN" altLang="en-US" sz="1400" dirty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endParaRPr lang="zh-CN" altLang="en-US" sz="1400" dirty="0" smtClean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r>
              <a:rPr lang="zh-CN" altLang="en-US" sz="1400" dirty="0" smtClean="0">
                <a:solidFill>
                  <a:srgbClr val="FFFFFF"/>
                </a:solidFill>
                <a:latin typeface="Segoe UI Light"/>
                <a:ea typeface="微软雅黑"/>
                <a:cs typeface="Segoe UI Light"/>
              </a:rPr>
              <a:t>声明</a:t>
            </a:r>
            <a:endParaRPr lang="en-US" altLang="zh-CN" sz="1400" dirty="0" smtClean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4239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 smtClean="0">
                <a:solidFill>
                  <a:srgbClr val="FFFFFF"/>
                </a:solidFill>
                <a:latin typeface="Segoe UI Light"/>
                <a:ea typeface="微软雅黑"/>
                <a:cs typeface="Segoe UI Light"/>
              </a:rPr>
              <a:t>英文 </a:t>
            </a:r>
            <a:r>
              <a:rPr lang="en-US" altLang="zh-CN" sz="1400" dirty="0">
                <a:solidFill>
                  <a:srgbClr val="FFFFFF"/>
                </a:solidFill>
                <a:latin typeface="Segoe UI Light" charset="0"/>
                <a:ea typeface="Segoe UI Light" charset="0"/>
                <a:cs typeface="Segoe UI Light" charset="0"/>
              </a:rPr>
              <a:t>Segoe </a:t>
            </a:r>
            <a:r>
              <a:rPr lang="en-US" altLang="zh-CN" sz="1400" dirty="0" smtClean="0">
                <a:solidFill>
                  <a:srgbClr val="FFFFFF"/>
                </a:solidFill>
                <a:latin typeface="Segoe UI Light" charset="0"/>
                <a:ea typeface="Segoe UI Light" charset="0"/>
                <a:cs typeface="Segoe UI Light" charset="0"/>
              </a:rPr>
              <a:t>UI</a:t>
            </a:r>
            <a:endParaRPr lang="zh-CN" altLang="en-US" sz="1400" dirty="0" smtClean="0">
              <a:solidFill>
                <a:srgbClr val="FFFFFF"/>
              </a:solidFill>
              <a:latin typeface="Segoe UI Light" charset="0"/>
              <a:ea typeface="Segoe UI Light" charset="0"/>
              <a:cs typeface="Segoe UI Light" charset="0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r>
              <a:rPr lang="zh-CN" altLang="en-US" sz="1400" dirty="0" smtClean="0">
                <a:solidFill>
                  <a:srgbClr val="FFFFFF"/>
                </a:solidFill>
                <a:latin typeface="Segoe UI Light"/>
                <a:ea typeface="微软雅黑"/>
                <a:cs typeface="Segoe UI Light"/>
              </a:rPr>
              <a:t>中文 微软雅黑</a:t>
            </a:r>
            <a:endParaRPr lang="en-US" altLang="zh-CN" sz="1400" dirty="0" smtClean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endParaRPr lang="en-US" altLang="zh-CN" sz="1400" dirty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endParaRPr lang="en-US" altLang="zh-CN" sz="1400" dirty="0" smtClean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r>
              <a:rPr lang="zh-CN" altLang="en-US" sz="1400" dirty="0" smtClean="0">
                <a:solidFill>
                  <a:srgbClr val="FFFFFF"/>
                </a:solidFill>
                <a:latin typeface="Segoe UI Light"/>
                <a:ea typeface="微软雅黑"/>
                <a:cs typeface="Segoe UI Light"/>
              </a:rPr>
              <a:t>正文 </a:t>
            </a:r>
            <a:r>
              <a:rPr lang="en-US" altLang="zh-CN" sz="1400" dirty="0" smtClean="0">
                <a:solidFill>
                  <a:srgbClr val="FFFFFF"/>
                </a:solidFill>
                <a:latin typeface="Segoe UI Light"/>
                <a:ea typeface="微软雅黑"/>
                <a:cs typeface="Segoe UI Light"/>
              </a:rPr>
              <a:t>1.3</a:t>
            </a:r>
            <a:endParaRPr lang="en-US" altLang="zh-CN" sz="1400" dirty="0" smtClean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endParaRPr lang="en-US" altLang="zh-CN" sz="1400" dirty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endParaRPr lang="en-US" altLang="zh-CN" sz="1400" dirty="0" smtClean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r>
              <a:rPr lang="en-US" altLang="zh-CN" sz="1400" dirty="0" err="1" smtClean="0">
                <a:solidFill>
                  <a:srgbClr val="FFFFFF"/>
                </a:solidFill>
                <a:latin typeface="Segoe UI Light"/>
                <a:ea typeface="微软雅黑"/>
                <a:cs typeface="Segoe UI Light"/>
              </a:rPr>
              <a:t>cn.bing.com</a:t>
            </a:r>
            <a:endParaRPr lang="zh-CN" altLang="en-US" sz="1400" dirty="0" smtClean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endParaRPr lang="zh-CN" altLang="en-US" sz="1400" dirty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endParaRPr lang="zh-CN" altLang="en-US" sz="1400" dirty="0" smtClean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6096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本网站所提供的任何信息内容（包括但不限于 </a:t>
            </a:r>
            <a:r>
              <a:rPr kumimoji="0" lang="en-US" altLang="zh-CN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PPT</a:t>
            </a:r>
            <a:r>
              <a:rPr kumimoji="0" lang="zh-CN" altLang="en-US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模板、</a:t>
            </a:r>
            <a:r>
              <a:rPr kumimoji="0" lang="en-US" altLang="zh-CN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Word</a:t>
            </a:r>
            <a:r>
              <a:rPr kumimoji="0" lang="zh-CN" altLang="en-US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文档、</a:t>
            </a:r>
            <a:r>
              <a:rPr kumimoji="0" lang="en-US" altLang="zh-CN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Excel</a:t>
            </a:r>
            <a:r>
              <a:rPr kumimoji="0" lang="zh-CN" altLang="en-US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图表、图片素材等）均受</a:t>
            </a:r>
            <a:r>
              <a:rPr kumimoji="0" lang="en-US" altLang="zh-CN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中华人民共和国著作权法</a:t>
            </a:r>
            <a:r>
              <a:rPr kumimoji="0" lang="en-US" altLang="zh-CN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、</a:t>
            </a:r>
            <a:r>
              <a:rPr kumimoji="0" lang="en-US" altLang="zh-CN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信息网络传播权保护条例</a:t>
            </a:r>
            <a:r>
              <a:rPr kumimoji="0" lang="en-US" altLang="zh-CN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及其他适用的法律法规的保护，未经权利人书面明确授权，信息内容的任何部分</a:t>
            </a:r>
            <a:r>
              <a:rPr kumimoji="0" lang="en-US" altLang="zh-CN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(</a:t>
            </a:r>
            <a:r>
              <a:rPr kumimoji="0" lang="zh-CN" altLang="en-US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包括图片或图表</a:t>
            </a:r>
            <a:r>
              <a:rPr kumimoji="0" lang="en-US" altLang="zh-CN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)</a:t>
            </a:r>
            <a:r>
              <a:rPr kumimoji="0" lang="zh-CN" altLang="en-US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不得被全部或部分的复制、传播、销售，否则将承担法律责任。</a:t>
            </a:r>
            <a:endParaRPr kumimoji="0" lang="zh-CN" altLang="en-US" sz="133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微软雅黑" charset="0"/>
              <a:cs typeface="+mn-cs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600"/>
            <a:r>
              <a:rPr kumimoji="1" lang="en-US" altLang="zh-CN" sz="1000" dirty="0" smtClean="0">
                <a:solidFill>
                  <a:prstClr val="white"/>
                </a:solidFill>
                <a:latin typeface="Segoe UI Light"/>
                <a:ea typeface="微软雅黑" charset="0"/>
                <a:cs typeface="Segoe UI Light"/>
              </a:rPr>
              <a:t>OfficePLUS</a:t>
            </a:r>
            <a:endParaRPr lang="zh-CN" altLang="en-US" sz="1000" dirty="0">
              <a:solidFill>
                <a:prstClr val="white"/>
              </a:solidFill>
              <a:latin typeface="Segoe UI Light"/>
              <a:ea typeface="微软雅黑" charset="0"/>
              <a:cs typeface="Segoe UI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4447955" y="4458724"/>
            <a:ext cx="3296095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609600"/>
            <a:r>
              <a:rPr kumimoji="1" lang="zh-CN" altLang="en-US" sz="1335" dirty="0" smtClean="0">
                <a:solidFill>
                  <a:srgbClr val="000000"/>
                </a:solidFill>
                <a:latin typeface="Century Gothic"/>
                <a:ea typeface="微软雅黑" charset="0"/>
              </a:rPr>
              <a:t>点击</a:t>
            </a:r>
            <a:r>
              <a:rPr kumimoji="1" lang="en-US" altLang="zh-CN" sz="1335" dirty="0" smtClean="0">
                <a:solidFill>
                  <a:srgbClr val="000000"/>
                </a:solidFill>
                <a:latin typeface="Segoe UI Light" charset="0"/>
                <a:ea typeface="Segoe UI Light" charset="0"/>
                <a:cs typeface="Segoe UI Light" charset="0"/>
              </a:rPr>
              <a:t>Logo</a:t>
            </a:r>
            <a:r>
              <a:rPr kumimoji="1" lang="zh-CN" altLang="en-US" sz="1335" dirty="0" smtClean="0">
                <a:solidFill>
                  <a:srgbClr val="000000"/>
                </a:solidFill>
                <a:latin typeface="Century Gothic"/>
                <a:ea typeface="微软雅黑" charset="0"/>
              </a:rPr>
              <a:t>获取更多优质模板（放映模式）</a:t>
            </a:r>
            <a:endParaRPr kumimoji="1" lang="zh-CN" altLang="en-US" sz="1335" dirty="0">
              <a:solidFill>
                <a:srgbClr val="000000"/>
              </a:solidFill>
              <a:latin typeface="Century Gothic"/>
              <a:ea typeface="微软雅黑" charset="0"/>
            </a:endParaRPr>
          </a:p>
        </p:txBody>
      </p:sp>
      <p:pic>
        <p:nvPicPr>
          <p:cNvPr id="4" name="图片 3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227832"/>
            <a:ext cx="3048000" cy="4023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4.png"/><Relationship Id="rId3" Type="http://schemas.openxmlformats.org/officeDocument/2006/relationships/tags" Target="../tags/tag1.xml"/><Relationship Id="rId2" Type="http://schemas.openxmlformats.org/officeDocument/2006/relationships/hyperlink" Target="https://platform.claude.com/docs/en/agent-sdk/quickstart" TargetMode="External"/><Relationship Id="rId1" Type="http://schemas.openxmlformats.org/officeDocument/2006/relationships/hyperlink" Target="https://code.claude.com/docs/zh-CN/overview#web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customXml" Target="../ink/ink5.xml"/><Relationship Id="rId8" Type="http://schemas.openxmlformats.org/officeDocument/2006/relationships/image" Target="../media/image8.png"/><Relationship Id="rId7" Type="http://schemas.openxmlformats.org/officeDocument/2006/relationships/customXml" Target="../ink/ink4.xml"/><Relationship Id="rId6" Type="http://schemas.openxmlformats.org/officeDocument/2006/relationships/image" Target="../media/image7.png"/><Relationship Id="rId5" Type="http://schemas.openxmlformats.org/officeDocument/2006/relationships/customXml" Target="../ink/ink3.xml"/><Relationship Id="rId4" Type="http://schemas.openxmlformats.org/officeDocument/2006/relationships/image" Target="../media/image6.png"/><Relationship Id="rId36" Type="http://schemas.openxmlformats.org/officeDocument/2006/relationships/notesSlide" Target="../notesSlides/notesSlide5.xml"/><Relationship Id="rId35" Type="http://schemas.openxmlformats.org/officeDocument/2006/relationships/slideLayout" Target="../slideLayouts/slideLayout1.xml"/><Relationship Id="rId34" Type="http://schemas.openxmlformats.org/officeDocument/2006/relationships/image" Target="../media/image21.png"/><Relationship Id="rId33" Type="http://schemas.openxmlformats.org/officeDocument/2006/relationships/customXml" Target="../ink/ink17.xml"/><Relationship Id="rId32" Type="http://schemas.openxmlformats.org/officeDocument/2006/relationships/image" Target="../media/image20.png"/><Relationship Id="rId31" Type="http://schemas.openxmlformats.org/officeDocument/2006/relationships/customXml" Target="../ink/ink16.xml"/><Relationship Id="rId30" Type="http://schemas.openxmlformats.org/officeDocument/2006/relationships/image" Target="../media/image19.png"/><Relationship Id="rId3" Type="http://schemas.openxmlformats.org/officeDocument/2006/relationships/customXml" Target="../ink/ink2.xml"/><Relationship Id="rId29" Type="http://schemas.openxmlformats.org/officeDocument/2006/relationships/customXml" Target="../ink/ink15.xml"/><Relationship Id="rId28" Type="http://schemas.openxmlformats.org/officeDocument/2006/relationships/image" Target="../media/image18.png"/><Relationship Id="rId27" Type="http://schemas.openxmlformats.org/officeDocument/2006/relationships/customXml" Target="../ink/ink14.xml"/><Relationship Id="rId26" Type="http://schemas.openxmlformats.org/officeDocument/2006/relationships/image" Target="../media/image17.png"/><Relationship Id="rId25" Type="http://schemas.openxmlformats.org/officeDocument/2006/relationships/customXml" Target="../ink/ink13.xml"/><Relationship Id="rId24" Type="http://schemas.openxmlformats.org/officeDocument/2006/relationships/image" Target="../media/image16.png"/><Relationship Id="rId23" Type="http://schemas.openxmlformats.org/officeDocument/2006/relationships/customXml" Target="../ink/ink12.xml"/><Relationship Id="rId22" Type="http://schemas.openxmlformats.org/officeDocument/2006/relationships/image" Target="../media/image15.png"/><Relationship Id="rId21" Type="http://schemas.openxmlformats.org/officeDocument/2006/relationships/customXml" Target="../ink/ink11.xml"/><Relationship Id="rId20" Type="http://schemas.openxmlformats.org/officeDocument/2006/relationships/image" Target="../media/image14.png"/><Relationship Id="rId2" Type="http://schemas.openxmlformats.org/officeDocument/2006/relationships/image" Target="../media/image5.png"/><Relationship Id="rId19" Type="http://schemas.openxmlformats.org/officeDocument/2006/relationships/customXml" Target="../ink/ink10.xml"/><Relationship Id="rId18" Type="http://schemas.openxmlformats.org/officeDocument/2006/relationships/image" Target="../media/image13.png"/><Relationship Id="rId17" Type="http://schemas.openxmlformats.org/officeDocument/2006/relationships/customXml" Target="../ink/ink9.xml"/><Relationship Id="rId16" Type="http://schemas.openxmlformats.org/officeDocument/2006/relationships/image" Target="../media/image12.png"/><Relationship Id="rId15" Type="http://schemas.openxmlformats.org/officeDocument/2006/relationships/customXml" Target="../ink/ink8.xml"/><Relationship Id="rId14" Type="http://schemas.openxmlformats.org/officeDocument/2006/relationships/image" Target="../media/image11.png"/><Relationship Id="rId13" Type="http://schemas.openxmlformats.org/officeDocument/2006/relationships/customXml" Target="../ink/ink7.xml"/><Relationship Id="rId12" Type="http://schemas.openxmlformats.org/officeDocument/2006/relationships/image" Target="../media/image10.png"/><Relationship Id="rId11" Type="http://schemas.openxmlformats.org/officeDocument/2006/relationships/customXml" Target="../ink/ink6.xml"/><Relationship Id="rId10" Type="http://schemas.openxmlformats.org/officeDocument/2006/relationships/image" Target="../media/image9.png"/><Relationship Id="rId1" Type="http://schemas.openxmlformats.org/officeDocument/2006/relationships/customXml" Target="../ink/ink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customXml" Target="../ink/ink21.xml"/><Relationship Id="rId7" Type="http://schemas.openxmlformats.org/officeDocument/2006/relationships/image" Target="../media/image25.png"/><Relationship Id="rId6" Type="http://schemas.openxmlformats.org/officeDocument/2006/relationships/customXml" Target="../ink/ink20.xml"/><Relationship Id="rId5" Type="http://schemas.openxmlformats.org/officeDocument/2006/relationships/image" Target="../media/image24.png"/><Relationship Id="rId4" Type="http://schemas.openxmlformats.org/officeDocument/2006/relationships/customXml" Target="../ink/ink19.xml"/><Relationship Id="rId3" Type="http://schemas.openxmlformats.org/officeDocument/2006/relationships/image" Target="../media/image23.png"/><Relationship Id="rId27" Type="http://schemas.openxmlformats.org/officeDocument/2006/relationships/notesSlide" Target="../notesSlides/notesSlide6.xml"/><Relationship Id="rId26" Type="http://schemas.openxmlformats.org/officeDocument/2006/relationships/slideLayout" Target="../slideLayouts/slideLayout1.xml"/><Relationship Id="rId25" Type="http://schemas.openxmlformats.org/officeDocument/2006/relationships/image" Target="../media/image34.png"/><Relationship Id="rId24" Type="http://schemas.openxmlformats.org/officeDocument/2006/relationships/customXml" Target="../ink/ink29.xml"/><Relationship Id="rId23" Type="http://schemas.openxmlformats.org/officeDocument/2006/relationships/image" Target="../media/image33.png"/><Relationship Id="rId22" Type="http://schemas.openxmlformats.org/officeDocument/2006/relationships/customXml" Target="../ink/ink28.xml"/><Relationship Id="rId21" Type="http://schemas.openxmlformats.org/officeDocument/2006/relationships/image" Target="../media/image32.png"/><Relationship Id="rId20" Type="http://schemas.openxmlformats.org/officeDocument/2006/relationships/customXml" Target="../ink/ink27.xml"/><Relationship Id="rId2" Type="http://schemas.openxmlformats.org/officeDocument/2006/relationships/customXml" Target="../ink/ink18.xml"/><Relationship Id="rId19" Type="http://schemas.openxmlformats.org/officeDocument/2006/relationships/image" Target="../media/image31.png"/><Relationship Id="rId18" Type="http://schemas.openxmlformats.org/officeDocument/2006/relationships/customXml" Target="../ink/ink26.xml"/><Relationship Id="rId17" Type="http://schemas.openxmlformats.org/officeDocument/2006/relationships/image" Target="../media/image30.png"/><Relationship Id="rId16" Type="http://schemas.openxmlformats.org/officeDocument/2006/relationships/customXml" Target="../ink/ink25.xml"/><Relationship Id="rId15" Type="http://schemas.openxmlformats.org/officeDocument/2006/relationships/image" Target="../media/image29.png"/><Relationship Id="rId14" Type="http://schemas.openxmlformats.org/officeDocument/2006/relationships/customXml" Target="../ink/ink24.xml"/><Relationship Id="rId13" Type="http://schemas.openxmlformats.org/officeDocument/2006/relationships/image" Target="../media/image28.png"/><Relationship Id="rId12" Type="http://schemas.openxmlformats.org/officeDocument/2006/relationships/customXml" Target="../ink/ink23.xml"/><Relationship Id="rId11" Type="http://schemas.openxmlformats.org/officeDocument/2006/relationships/image" Target="../media/image27.png"/><Relationship Id="rId10" Type="http://schemas.openxmlformats.org/officeDocument/2006/relationships/customXml" Target="../ink/ink22.xml"/><Relationship Id="rId1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customXml" Target="../ink/ink31.xml"/><Relationship Id="rId4" Type="http://schemas.openxmlformats.org/officeDocument/2006/relationships/image" Target="../media/image37.png"/><Relationship Id="rId3" Type="http://schemas.openxmlformats.org/officeDocument/2006/relationships/customXml" Target="../ink/ink30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44.png"/><Relationship Id="rId8" Type="http://schemas.openxmlformats.org/officeDocument/2006/relationships/customXml" Target="../ink/ink34.xml"/><Relationship Id="rId7" Type="http://schemas.openxmlformats.org/officeDocument/2006/relationships/image" Target="../media/image43.png"/><Relationship Id="rId6" Type="http://schemas.openxmlformats.org/officeDocument/2006/relationships/customXml" Target="../ink/ink33.xml"/><Relationship Id="rId5" Type="http://schemas.openxmlformats.org/officeDocument/2006/relationships/image" Target="../media/image42.png"/><Relationship Id="rId43" Type="http://schemas.openxmlformats.org/officeDocument/2006/relationships/notesSlide" Target="../notesSlides/notesSlide10.xml"/><Relationship Id="rId42" Type="http://schemas.openxmlformats.org/officeDocument/2006/relationships/slideLayout" Target="../slideLayouts/slideLayout1.xml"/><Relationship Id="rId41" Type="http://schemas.openxmlformats.org/officeDocument/2006/relationships/image" Target="../media/image60.png"/><Relationship Id="rId40" Type="http://schemas.openxmlformats.org/officeDocument/2006/relationships/customXml" Target="../ink/ink50.xml"/><Relationship Id="rId4" Type="http://schemas.openxmlformats.org/officeDocument/2006/relationships/customXml" Target="../ink/ink32.xml"/><Relationship Id="rId39" Type="http://schemas.openxmlformats.org/officeDocument/2006/relationships/image" Target="../media/image59.png"/><Relationship Id="rId38" Type="http://schemas.openxmlformats.org/officeDocument/2006/relationships/customXml" Target="../ink/ink49.xml"/><Relationship Id="rId37" Type="http://schemas.openxmlformats.org/officeDocument/2006/relationships/image" Target="../media/image58.png"/><Relationship Id="rId36" Type="http://schemas.openxmlformats.org/officeDocument/2006/relationships/customXml" Target="../ink/ink48.xml"/><Relationship Id="rId35" Type="http://schemas.openxmlformats.org/officeDocument/2006/relationships/image" Target="../media/image57.png"/><Relationship Id="rId34" Type="http://schemas.openxmlformats.org/officeDocument/2006/relationships/customXml" Target="../ink/ink47.xml"/><Relationship Id="rId33" Type="http://schemas.openxmlformats.org/officeDocument/2006/relationships/image" Target="../media/image56.png"/><Relationship Id="rId32" Type="http://schemas.openxmlformats.org/officeDocument/2006/relationships/customXml" Target="../ink/ink46.xml"/><Relationship Id="rId31" Type="http://schemas.openxmlformats.org/officeDocument/2006/relationships/image" Target="../media/image55.png"/><Relationship Id="rId30" Type="http://schemas.openxmlformats.org/officeDocument/2006/relationships/customXml" Target="../ink/ink45.xml"/><Relationship Id="rId3" Type="http://schemas.openxmlformats.org/officeDocument/2006/relationships/image" Target="../media/image41.png"/><Relationship Id="rId29" Type="http://schemas.openxmlformats.org/officeDocument/2006/relationships/image" Target="../media/image54.png"/><Relationship Id="rId28" Type="http://schemas.openxmlformats.org/officeDocument/2006/relationships/customXml" Target="../ink/ink44.xml"/><Relationship Id="rId27" Type="http://schemas.openxmlformats.org/officeDocument/2006/relationships/image" Target="../media/image53.png"/><Relationship Id="rId26" Type="http://schemas.openxmlformats.org/officeDocument/2006/relationships/customXml" Target="../ink/ink43.xml"/><Relationship Id="rId25" Type="http://schemas.openxmlformats.org/officeDocument/2006/relationships/image" Target="../media/image52.png"/><Relationship Id="rId24" Type="http://schemas.openxmlformats.org/officeDocument/2006/relationships/customXml" Target="../ink/ink42.xml"/><Relationship Id="rId23" Type="http://schemas.openxmlformats.org/officeDocument/2006/relationships/image" Target="../media/image51.png"/><Relationship Id="rId22" Type="http://schemas.openxmlformats.org/officeDocument/2006/relationships/customXml" Target="../ink/ink41.xml"/><Relationship Id="rId21" Type="http://schemas.openxmlformats.org/officeDocument/2006/relationships/image" Target="../media/image50.png"/><Relationship Id="rId20" Type="http://schemas.openxmlformats.org/officeDocument/2006/relationships/customXml" Target="../ink/ink40.xml"/><Relationship Id="rId2" Type="http://schemas.openxmlformats.org/officeDocument/2006/relationships/image" Target="../media/image40.png"/><Relationship Id="rId19" Type="http://schemas.openxmlformats.org/officeDocument/2006/relationships/image" Target="../media/image49.png"/><Relationship Id="rId18" Type="http://schemas.openxmlformats.org/officeDocument/2006/relationships/customXml" Target="../ink/ink39.xml"/><Relationship Id="rId17" Type="http://schemas.openxmlformats.org/officeDocument/2006/relationships/image" Target="../media/image48.png"/><Relationship Id="rId16" Type="http://schemas.openxmlformats.org/officeDocument/2006/relationships/customXml" Target="../ink/ink38.xml"/><Relationship Id="rId15" Type="http://schemas.openxmlformats.org/officeDocument/2006/relationships/image" Target="../media/image47.png"/><Relationship Id="rId14" Type="http://schemas.openxmlformats.org/officeDocument/2006/relationships/customXml" Target="../ink/ink37.xml"/><Relationship Id="rId13" Type="http://schemas.openxmlformats.org/officeDocument/2006/relationships/image" Target="../media/image46.png"/><Relationship Id="rId12" Type="http://schemas.openxmlformats.org/officeDocument/2006/relationships/customXml" Target="../ink/ink36.xml"/><Relationship Id="rId11" Type="http://schemas.openxmlformats.org/officeDocument/2006/relationships/image" Target="../media/image45.png"/><Relationship Id="rId10" Type="http://schemas.openxmlformats.org/officeDocument/2006/relationships/customXml" Target="../ink/ink35.xml"/><Relationship Id="rId1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1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image" Target="../media/image6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4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980566" y="2964930"/>
            <a:ext cx="8230870" cy="829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800" b="1" dirty="0"/>
              <a:t>Claude Code </a:t>
            </a:r>
            <a:r>
              <a:rPr lang="zh-CN" altLang="en-US" sz="4800" b="1" dirty="0"/>
              <a:t>中的</a:t>
            </a:r>
            <a:r>
              <a:rPr lang="en-US" altLang="zh-CN" sz="4800" b="1" dirty="0"/>
              <a:t> </a:t>
            </a:r>
            <a:r>
              <a:rPr lang="en-US" altLang="zh-CN" sz="4800" b="1" dirty="0"/>
              <a:t>SubAgent</a:t>
            </a:r>
            <a:endParaRPr lang="en-US" altLang="zh-CN" sz="48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10674985" y="5873750"/>
            <a:ext cx="11664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陈烁峰</a:t>
            </a:r>
            <a:endParaRPr lang="zh-CN" alt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5207635" y="208280"/>
            <a:ext cx="1706880" cy="95694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/>
            <a:r>
              <a:rPr lang="zh-CN" altLang="en-US" sz="6000" dirty="0" smtClean="0">
                <a:latin typeface="+mj-lt"/>
              </a:rPr>
              <a:t>目录</a:t>
            </a:r>
            <a:endParaRPr lang="en-US" altLang="zh-CN" sz="6000" dirty="0" smtClean="0">
              <a:latin typeface="+mj-lt"/>
            </a:endParaRPr>
          </a:p>
          <a:p>
            <a:pPr algn="ctr"/>
            <a:endParaRPr lang="en-US" altLang="zh-CN" sz="2400" dirty="0">
              <a:latin typeface="+mj-lt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712472" y="2688600"/>
            <a:ext cx="1751798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600">
              <a:lnSpc>
                <a:spcPct val="130000"/>
              </a:lnSpc>
            </a:pPr>
            <a:r>
              <a:rPr lang="zh-CN" altLang="en-US" sz="2800" b="1" dirty="0" smtClean="0">
                <a:latin typeface="+mj-lt"/>
                <a:ea typeface="微软雅黑" charset="0"/>
              </a:rPr>
              <a:t>整体</a:t>
            </a:r>
            <a:r>
              <a:rPr lang="zh-CN" altLang="en-US" sz="2800" b="1" dirty="0" smtClean="0">
                <a:latin typeface="+mj-lt"/>
                <a:ea typeface="微软雅黑" charset="0"/>
              </a:rPr>
              <a:t>概览</a:t>
            </a:r>
            <a:endParaRPr lang="zh-CN" altLang="en-US" sz="2800" b="1" dirty="0" smtClean="0">
              <a:latin typeface="+mj-lt"/>
              <a:ea typeface="微软雅黑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891405" y="2655570"/>
            <a:ext cx="2505710" cy="6508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609600">
              <a:lnSpc>
                <a:spcPct val="130000"/>
              </a:lnSpc>
            </a:pPr>
            <a:r>
              <a:rPr lang="en-US" altLang="zh-CN" sz="2800" b="1" dirty="0" smtClean="0">
                <a:latin typeface="+mj-lt"/>
                <a:ea typeface="微软雅黑" charset="0"/>
              </a:rPr>
              <a:t>SubAgent</a:t>
            </a:r>
            <a:endParaRPr lang="en-US" altLang="zh-CN" sz="2800" b="1" dirty="0" smtClean="0">
              <a:latin typeface="+mj-lt"/>
              <a:ea typeface="微软雅黑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446520" y="2684780"/>
            <a:ext cx="4272915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600">
              <a:lnSpc>
                <a:spcPct val="130000"/>
              </a:lnSpc>
            </a:pPr>
            <a:r>
              <a:rPr lang="zh-CN" sz="2800" b="1" dirty="0" smtClean="0">
                <a:latin typeface="+mj-lt"/>
                <a:ea typeface="微软雅黑" charset="0"/>
              </a:rPr>
              <a:t>总结</a:t>
            </a:r>
            <a:endParaRPr lang="zh-CN" sz="2800" b="1" dirty="0" smtClean="0">
              <a:latin typeface="+mj-lt"/>
              <a:ea typeface="微软雅黑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2792883" y="3410836"/>
            <a:ext cx="1638300" cy="11334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5322723" y="3397501"/>
            <a:ext cx="1638300" cy="11334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7820660" y="3369310"/>
            <a:ext cx="1586865" cy="11366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294927" y="3280457"/>
            <a:ext cx="3602146" cy="880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600">
              <a:lnSpc>
                <a:spcPct val="130000"/>
              </a:lnSpc>
            </a:pPr>
            <a:r>
              <a:rPr lang="en-US" altLang="zh-CN" sz="4400" b="1" dirty="0">
                <a:latin typeface="+mj-lt"/>
                <a:ea typeface="微软雅黑" charset="0"/>
              </a:rPr>
              <a:t>PART</a:t>
            </a:r>
            <a:r>
              <a:rPr lang="zh-CN" altLang="en-US" sz="4400" b="1" dirty="0">
                <a:latin typeface="+mj-lt"/>
                <a:ea typeface="微软雅黑" charset="0"/>
              </a:rPr>
              <a:t> </a:t>
            </a:r>
            <a:r>
              <a:rPr lang="en-US" altLang="zh-CN" sz="4400" b="1" dirty="0" smtClean="0">
                <a:latin typeface="+mj-lt"/>
                <a:ea typeface="微软雅黑" charset="0"/>
              </a:rPr>
              <a:t>ONE</a:t>
            </a:r>
            <a:endParaRPr lang="zh-CN" altLang="en-US" sz="4400" b="1" dirty="0">
              <a:latin typeface="+mj-lt"/>
              <a:ea typeface="微软雅黑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936733" y="2417412"/>
            <a:ext cx="4318534" cy="1291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600">
              <a:lnSpc>
                <a:spcPct val="130000"/>
              </a:lnSpc>
            </a:pPr>
            <a:r>
              <a:rPr lang="zh-CN" altLang="en-US" sz="6000" b="1" dirty="0" smtClean="0">
                <a:latin typeface="+mj-lt"/>
                <a:ea typeface="微软雅黑" charset="0"/>
                <a:sym typeface="+mn-ea"/>
              </a:rPr>
              <a:t>整体概览</a:t>
            </a:r>
            <a:endParaRPr lang="zh-CN" altLang="en-US" sz="6000" dirty="0" smtClean="0">
              <a:latin typeface="+mj-lt"/>
              <a:ea typeface="微软雅黑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889817" y="4139690"/>
            <a:ext cx="2412366" cy="11334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440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318436" y="317252"/>
            <a:ext cx="120142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 smtClean="0"/>
              <a:t>全景</a:t>
            </a:r>
            <a:r>
              <a:rPr lang="zh-CN" altLang="en-US" sz="2000" b="1" dirty="0" smtClean="0"/>
              <a:t>概览</a:t>
            </a:r>
            <a:endParaRPr lang="zh-CN" altLang="en-US" sz="2000" b="1" dirty="0" smtClean="0"/>
          </a:p>
        </p:txBody>
      </p:sp>
      <p:sp>
        <p:nvSpPr>
          <p:cNvPr id="18" name="矩形 17"/>
          <p:cNvSpPr/>
          <p:nvPr/>
        </p:nvSpPr>
        <p:spPr>
          <a:xfrm>
            <a:off x="318135" y="821055"/>
            <a:ext cx="9961880" cy="2607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在讲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 SubAgent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之前，</a:t>
            </a: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从</a:t>
            </a:r>
            <a: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整体</a:t>
            </a:r>
            <a: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核心能力</a:t>
            </a: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视角观看 Claude Code</a:t>
            </a:r>
            <a: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，可以帮助我们知道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 Claude Code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有什么</a:t>
            </a: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，以及 SubAgent 在整体所处的位置，有助于我们更好的</a:t>
            </a:r>
            <a: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运用</a:t>
            </a: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 SubAgent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endParaRPr lang="en-US"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b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endParaRPr lang="zh-CN"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888730" y="6372860"/>
            <a:ext cx="3152775" cy="4851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8875" y="2074545"/>
            <a:ext cx="8280400" cy="3606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302260" y="239395"/>
            <a:ext cx="12014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000" b="1" dirty="0" smtClean="0">
                <a:sym typeface="+mn-ea"/>
                <a:hlinkClick r:id="rId1" action="ppaction://hlinkfile"/>
              </a:rPr>
              <a:t>全景概览</a:t>
            </a:r>
            <a:endParaRPr lang="zh-CN" altLang="en-US" sz="2000" b="1" dirty="0" smtClean="0">
              <a:sym typeface="+mn-ea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302260" y="623570"/>
            <a:ext cx="9014460" cy="596455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1. </a:t>
            </a:r>
            <a:r>
              <a:rPr lang="zh-CN" sz="16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基础层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 -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提供记忆能力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是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 </a:t>
            </a:r>
            <a: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Claude Code 的长期记忆系统，避免灾难</a:t>
            </a:r>
            <a: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性遗忘。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 </a:t>
            </a:r>
            <a: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它的核心文件是 CLAUDE.md，是</a:t>
            </a:r>
            <a: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项目手册、长期筑立</a:t>
            </a:r>
            <a:endParaRPr lang="zh-CN"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在会话中</a:t>
            </a:r>
            <a: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的上下文</a:t>
            </a:r>
            <a:endParaRPr lang="zh-CN"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endParaRPr lang="zh-CN"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2. 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能力拓展层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 </a:t>
            </a:r>
            <a:r>
              <a:rPr lang="zh-CN" sz="16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- 提供拓展能力</a:t>
            </a:r>
            <a:endParaRPr lang="zh-CN" sz="16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例如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  Skills 代表着一系列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可以被语义化加载的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能力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，由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 Claude Code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自行判断是否激活。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SubAgent </a:t>
            </a:r>
            <a:r>
              <a:rPr lang="zh-CN" altLang="en-US" sz="1400" b="1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解决单一</a:t>
            </a:r>
            <a:r>
              <a:rPr lang="en-US" altLang="zh-CN" sz="1400" b="1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 Agent </a:t>
            </a:r>
            <a:r>
              <a:rPr lang="zh-CN" altLang="en-US" sz="1400" b="1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上下文、职责、权限膨胀</a:t>
            </a:r>
            <a:r>
              <a:rPr lang="zh-CN" altLang="en-US" sz="1400" b="1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等问题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3. 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集成层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 - 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提供和外部世界连接的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能力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endParaRPr lang="zh-CN" altLang="en-US" sz="16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负责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连接外部世界。例如，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无头模式让 Claude Code 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在没有人工交互的情况下运行，适合外部系统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的  CI/CD 集成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——自动代码审查、自动修复、自动生成变更日志等。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4. 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hlinkClick r:id="rId2" action="ppaction://hlinkfile"/>
              </a:rPr>
              <a:t>编程接口层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 - 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编程能力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当配置式的扩展不够用时，你可以用代码来驱动 Claude。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这种方式适合构建自定义 Agent——完全控制执行流程、自定义工具、复杂工作流。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4213860" y="3653790"/>
            <a:ext cx="3098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911215" y="2906395"/>
            <a:ext cx="6257925" cy="27260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302260" y="325120"/>
            <a:ext cx="12014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000" b="1" dirty="0" smtClean="0">
                <a:sym typeface="+mn-ea"/>
              </a:rPr>
              <a:t>全景概览</a:t>
            </a:r>
            <a:endParaRPr lang="zh-CN" altLang="en-US" sz="2000" b="1" dirty="0" smtClean="0">
              <a:sym typeface="+mn-ea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302260" y="863600"/>
            <a:ext cx="9014460" cy="288671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30000"/>
              </a:lnSpc>
            </a:pPr>
            <a: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在真实的业务</a:t>
            </a:r>
            <a: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场景中，这些组件不是孤立存在的，</a:t>
            </a:r>
            <a: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它们相互协作，共同完成复杂任务</a:t>
            </a:r>
            <a:b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endParaRPr lang="zh-CN"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b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说到业务场景，不知道大家有木有遇到这样的的场景？</a:t>
            </a:r>
            <a:b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endParaRPr lang="zh-CN"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4213860" y="3653790"/>
            <a:ext cx="3098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81" name="文本框 80"/>
          <p:cNvSpPr txBox="1"/>
          <p:nvPr/>
        </p:nvSpPr>
        <p:spPr>
          <a:xfrm>
            <a:off x="4340860" y="3780790"/>
            <a:ext cx="3098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19405" y="3011805"/>
            <a:ext cx="9015095" cy="26092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某天你让 Claude Code 帮你跑一个测试套件，终端输出了 500 行日志；</a:t>
            </a:r>
            <a:endParaRPr lang="zh-CN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endParaRPr lang="zh-CN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lang="zh-CN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接着你又让它分析一段代码结构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/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项目</a:t>
            </a:r>
            <a:r>
              <a:rPr lang="zh-CN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，又输出了 200 行结果；</a:t>
            </a:r>
            <a:endParaRPr lang="zh-CN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endParaRPr lang="zh-CN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lang="zh-CN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然后你再让它修一个 bug，</a:t>
            </a:r>
            <a:r>
              <a:rPr lang="zh-CN" b="1" dirty="0">
                <a:solidFill>
                  <a:srgbClr val="C00000"/>
                </a:solidFill>
                <a:latin typeface="微软雅黑" charset="0"/>
                <a:ea typeface="微软雅黑" charset="0"/>
                <a:sym typeface="+mn-ea"/>
              </a:rPr>
              <a:t>把上千行日志、代码片段和分析结果都堆进同一段对话里。</a:t>
            </a:r>
            <a:endParaRPr lang="zh-CN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endParaRPr lang="zh-CN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lang="zh-CN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这时，你在询问其他问题，你可能会</a:t>
            </a:r>
            <a:r>
              <a:rPr lang="zh-CN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觉得 Claude Code 越来越“弱智”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294927" y="3280457"/>
            <a:ext cx="3602146" cy="880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600">
              <a:lnSpc>
                <a:spcPct val="130000"/>
              </a:lnSpc>
            </a:pPr>
            <a:r>
              <a:rPr lang="en-US" altLang="zh-CN" sz="4400" b="1" dirty="0">
                <a:latin typeface="+mj-lt"/>
                <a:ea typeface="微软雅黑" charset="0"/>
              </a:rPr>
              <a:t>PART TWO</a:t>
            </a:r>
            <a:endParaRPr lang="en-US" altLang="zh-CN" sz="4400" b="1" dirty="0">
              <a:latin typeface="+mj-lt"/>
              <a:ea typeface="微软雅黑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66720" y="2417445"/>
            <a:ext cx="6257925" cy="21316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609600">
              <a:lnSpc>
                <a:spcPct val="130000"/>
              </a:lnSpc>
            </a:pPr>
            <a:r>
              <a:rPr lang="en-US" altLang="zh-CN" sz="6000" b="1" dirty="0" smtClean="0">
                <a:latin typeface="+mj-lt"/>
                <a:ea typeface="微软雅黑" charset="0"/>
                <a:sym typeface="+mn-ea"/>
              </a:rPr>
              <a:t>SubAgent</a:t>
            </a:r>
            <a:endParaRPr lang="zh-CN" altLang="en-US" sz="6000" dirty="0">
              <a:latin typeface="+mj-lt"/>
              <a:ea typeface="微软雅黑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889817" y="4139690"/>
            <a:ext cx="2412366" cy="11334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440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32105" y="212090"/>
            <a:ext cx="294259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sz="2000" b="1" dirty="0" smtClean="0">
                <a:sym typeface="+mn-ea"/>
              </a:rPr>
              <a:t>为什么要有 SubAgent？</a:t>
            </a:r>
            <a:endParaRPr sz="2000" b="1" dirty="0" smtClean="0">
              <a:sym typeface="+mn-ea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332105" y="610870"/>
            <a:ext cx="11210290" cy="585787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30000"/>
              </a:lnSpc>
            </a:pP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2105" y="149860"/>
            <a:ext cx="11119485" cy="631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b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</a:br>
            <a:b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</a:br>
            <a:r>
              <a:rPr lang="zh-CN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例如刚刚的例子，</a:t>
            </a:r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你会感觉 Claude Code 越来越“弱智”，</a:t>
            </a:r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问题</a:t>
            </a:r>
            <a:r>
              <a:rPr lang="zh-CN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或许不全是</a:t>
            </a:r>
            <a:r>
              <a:rPr lang="zh-CN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大</a:t>
            </a:r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模型本身，而在于主对话的上下文</a:t>
            </a:r>
            <a:r>
              <a:rPr lang="zh-CN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可能</a:t>
            </a:r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已经被大量中间过程污染。真正重要的信息被稀释，Agent 的注意力自然也会开始分散。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9565" y="1488440"/>
            <a:ext cx="1110107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而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 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SubAgent 适合把这些高噪声、高耦合、可拆分的任务切出去处理，将任务交由专门的子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 Agent 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处理，让主 Agent 只接收经过整理的结论，而不是被完整过程淹没。</a:t>
            </a:r>
            <a:endParaRPr lang="zh-CN" altLang="en-US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endParaRPr lang="zh-CN" altLang="en-US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基于同样的思想，社区中也出现了许多类似的实践，比如：</a:t>
            </a:r>
            <a:endParaRPr lang="zh-CN" altLang="en-US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endParaRPr lang="zh-CN" altLang="en-US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- [skill-creator](https://github.com/anthropics/skills/blob/main/skills/skill-creator/SKILL.md)</a:t>
            </a:r>
            <a:endParaRPr lang="zh-CN" altLang="en-US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32105" y="3688080"/>
            <a:ext cx="10229850" cy="2249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SubAgent 的核心价值，不是“把一个 Agent 拆成很多个</a:t>
            </a:r>
            <a:r>
              <a:rPr lang="zh-CN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子</a:t>
            </a:r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 Agent”这么简单，而是解决单一 Agent 在以下三个方面不断膨胀的问题：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- 上下文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- 权限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- 职责</a:t>
            </a:r>
            <a:endParaRPr lang="zh-CN" altLang="en-US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32105" y="212090"/>
            <a:ext cx="319722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sz="2000" b="1" dirty="0" smtClean="0">
                <a:sym typeface="+mn-ea"/>
              </a:rPr>
              <a:t>如何编写一个 SubAgent？</a:t>
            </a:r>
            <a:endParaRPr sz="2000" b="1" dirty="0" smtClean="0">
              <a:sym typeface="+mn-ea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332105" y="610870"/>
            <a:ext cx="11210290" cy="585787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30000"/>
              </a:lnSpc>
            </a:pPr>
            <a:b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b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   </a:t>
            </a:r>
            <a:br>
              <a:rPr lang="zh-CN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2105" y="765175"/>
            <a:ext cx="10358755" cy="64623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从 [官方文档](https://code.claude.com/docs/zh-CN/sub-agents) 看出，Subagent 文件使用 YAML frontmatter 进行配置，后跟 Markdown 中的系统提示。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下面是一个简单的 code-reviewer SubAgent 文件示例：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```markdown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---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name: code-reviewer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description: Reviews code for quality and best practices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tools: Read, Glob, Grep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model: sonnet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---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You are a code reviewer. When invoked, analyze the code and provide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specific, actionable feedback on quality, security, and best practices.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```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这里我们简单的了解一下 subAgent 是由两部分组成的：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- YAML frontmatter：用来描述 subAgent 的元信息，包括名称、描述、工具权限、模型选择等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- Prompt 模板：用来定义 subAgent 的角色、任务和输出格式等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425450" y="2632075"/>
              <a:ext cx="2051050" cy="123190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425450" y="2632075"/>
                <a:ext cx="2051050" cy="12319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5" name="墨迹 4"/>
              <p14:cNvContentPartPr/>
              <p14:nvPr/>
            </p14:nvContentPartPr>
            <p14:xfrm>
              <a:off x="800100" y="4108450"/>
              <a:ext cx="2197100" cy="530225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4"/>
            </p:blipFill>
            <p:spPr>
              <a:xfrm>
                <a:off x="800100" y="4108450"/>
                <a:ext cx="2197100" cy="5302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6" name="墨迹 5"/>
              <p14:cNvContentPartPr/>
              <p14:nvPr/>
            </p14:nvContentPartPr>
            <p14:xfrm>
              <a:off x="1117600" y="4200525"/>
              <a:ext cx="1162050" cy="682625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6"/>
            </p:blipFill>
            <p:spPr>
              <a:xfrm>
                <a:off x="1117600" y="4200525"/>
                <a:ext cx="1162050" cy="6826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7" name="墨迹 6"/>
              <p14:cNvContentPartPr/>
              <p14:nvPr/>
            </p14:nvContentPartPr>
            <p14:xfrm>
              <a:off x="3810000" y="6286500"/>
              <a:ext cx="2016125" cy="3810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8"/>
            </p:blipFill>
            <p:spPr>
              <a:xfrm>
                <a:off x="3810000" y="6286500"/>
                <a:ext cx="2016125" cy="381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8" name="墨迹 7"/>
              <p14:cNvContentPartPr/>
              <p14:nvPr/>
            </p14:nvContentPartPr>
            <p14:xfrm>
              <a:off x="5870575" y="6276975"/>
              <a:ext cx="1025525" cy="1270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10"/>
            </p:blipFill>
            <p:spPr>
              <a:xfrm>
                <a:off x="5870575" y="6276975"/>
                <a:ext cx="1025525" cy="127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9" name="墨迹 8"/>
              <p14:cNvContentPartPr/>
              <p14:nvPr/>
            </p14:nvContentPartPr>
            <p14:xfrm>
              <a:off x="6908800" y="6257925"/>
              <a:ext cx="638175" cy="6350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12"/>
            </p:blipFill>
            <p:spPr>
              <a:xfrm>
                <a:off x="6908800" y="6257925"/>
                <a:ext cx="638175" cy="63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10" name="墨迹 9"/>
              <p14:cNvContentPartPr/>
              <p14:nvPr/>
            </p14:nvContentPartPr>
            <p14:xfrm>
              <a:off x="7896225" y="6283325"/>
              <a:ext cx="803275" cy="22225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14"/>
            </p:blipFill>
            <p:spPr>
              <a:xfrm>
                <a:off x="7896225" y="6283325"/>
                <a:ext cx="803275" cy="222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11" name="墨迹 10"/>
              <p14:cNvContentPartPr/>
              <p14:nvPr/>
            </p14:nvContentPartPr>
            <p14:xfrm>
              <a:off x="317500" y="3505200"/>
              <a:ext cx="2546350" cy="155575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16"/>
            </p:blipFill>
            <p:spPr>
              <a:xfrm>
                <a:off x="317500" y="3505200"/>
                <a:ext cx="2546350" cy="1555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12" name="墨迹 11"/>
              <p14:cNvContentPartPr/>
              <p14:nvPr/>
            </p14:nvContentPartPr>
            <p14:xfrm>
              <a:off x="514350" y="3787775"/>
              <a:ext cx="1692275" cy="63500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18"/>
            </p:blipFill>
            <p:spPr>
              <a:xfrm>
                <a:off x="514350" y="3787775"/>
                <a:ext cx="1692275" cy="635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13" name="墨迹 12"/>
              <p14:cNvContentPartPr/>
              <p14:nvPr/>
            </p14:nvContentPartPr>
            <p14:xfrm>
              <a:off x="2419350" y="3502025"/>
              <a:ext cx="187325" cy="37465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20"/>
            </p:blipFill>
            <p:spPr>
              <a:xfrm>
                <a:off x="2419350" y="3502025"/>
                <a:ext cx="187325" cy="3746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" p14:bwMode="auto">
            <p14:nvContentPartPr>
              <p14:cNvPr id="14" name="墨迹 13"/>
              <p14:cNvContentPartPr/>
              <p14:nvPr/>
            </p14:nvContentPartPr>
            <p14:xfrm>
              <a:off x="2660650" y="3787775"/>
              <a:ext cx="111125" cy="8890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22"/>
            </p:blipFill>
            <p:spPr>
              <a:xfrm>
                <a:off x="2660650" y="3787775"/>
                <a:ext cx="111125" cy="889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" p14:bwMode="auto">
            <p14:nvContentPartPr>
              <p14:cNvPr id="15" name="墨迹 14"/>
              <p14:cNvContentPartPr/>
              <p14:nvPr/>
            </p14:nvContentPartPr>
            <p14:xfrm>
              <a:off x="2844800" y="3816350"/>
              <a:ext cx="360" cy="3175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24"/>
            </p:blipFill>
            <p:spPr>
              <a:xfrm>
                <a:off x="2844800" y="3816350"/>
                <a:ext cx="360" cy="317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5" p14:bwMode="auto">
            <p14:nvContentPartPr>
              <p14:cNvPr id="16" name="墨迹 15"/>
              <p14:cNvContentPartPr/>
              <p14:nvPr/>
            </p14:nvContentPartPr>
            <p14:xfrm>
              <a:off x="2851150" y="3743325"/>
              <a:ext cx="6350" cy="360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26"/>
            </p:blipFill>
            <p:spPr>
              <a:xfrm>
                <a:off x="2851150" y="3743325"/>
                <a:ext cx="635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7" p14:bwMode="auto">
            <p14:nvContentPartPr>
              <p14:cNvPr id="17" name="墨迹 16"/>
              <p14:cNvContentPartPr/>
              <p14:nvPr/>
            </p14:nvContentPartPr>
            <p14:xfrm>
              <a:off x="2952750" y="3638550"/>
              <a:ext cx="196850" cy="24765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Id28"/>
            </p:blipFill>
            <p:spPr>
              <a:xfrm>
                <a:off x="2952750" y="3638550"/>
                <a:ext cx="196850" cy="2476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9" p14:bwMode="auto">
            <p14:nvContentPartPr>
              <p14:cNvPr id="18" name="墨迹 17"/>
              <p14:cNvContentPartPr/>
              <p14:nvPr/>
            </p14:nvContentPartPr>
            <p14:xfrm>
              <a:off x="3038475" y="3727450"/>
              <a:ext cx="82550" cy="76200"/>
            </p14:xfrm>
          </p:contentPart>
        </mc:Choice>
        <mc:Fallback xmlns="">
          <p:pic>
            <p:nvPicPr>
              <p:cNvPr id="18" name="墨迹 17"/>
            </p:nvPicPr>
            <p:blipFill>
              <a:blip r:embed="rId30"/>
            </p:blipFill>
            <p:spPr>
              <a:xfrm>
                <a:off x="3038475" y="3727450"/>
                <a:ext cx="82550" cy="762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1" p14:bwMode="auto">
            <p14:nvContentPartPr>
              <p14:cNvPr id="19" name="墨迹 18"/>
              <p14:cNvContentPartPr/>
              <p14:nvPr/>
            </p14:nvContentPartPr>
            <p14:xfrm>
              <a:off x="3197225" y="3625850"/>
              <a:ext cx="225425" cy="196850"/>
            </p14:xfrm>
          </p:contentPart>
        </mc:Choice>
        <mc:Fallback xmlns="">
          <p:pic>
            <p:nvPicPr>
              <p:cNvPr id="19" name="墨迹 18"/>
            </p:nvPicPr>
            <p:blipFill>
              <a:blip r:embed="rId32"/>
            </p:blipFill>
            <p:spPr>
              <a:xfrm>
                <a:off x="3197225" y="3625850"/>
                <a:ext cx="225425" cy="1968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3" p14:bwMode="auto">
            <p14:nvContentPartPr>
              <p14:cNvPr id="20" name="墨迹 19"/>
              <p14:cNvContentPartPr/>
              <p14:nvPr/>
            </p14:nvContentPartPr>
            <p14:xfrm>
              <a:off x="460375" y="4641850"/>
              <a:ext cx="4803775" cy="180975"/>
            </p14:xfrm>
          </p:contentPart>
        </mc:Choice>
        <mc:Fallback xmlns="">
          <p:pic>
            <p:nvPicPr>
              <p:cNvPr id="20" name="墨迹 19"/>
            </p:nvPicPr>
            <p:blipFill>
              <a:blip r:embed="rId34"/>
            </p:blipFill>
            <p:spPr>
              <a:xfrm>
                <a:off x="460375" y="4641850"/>
                <a:ext cx="4803775" cy="180975"/>
              </a:xfrm>
              <a:prstGeom prst="rect"/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32105" y="212090"/>
            <a:ext cx="319722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sz="2000" b="1" dirty="0" smtClean="0">
                <a:sym typeface="+mn-ea"/>
              </a:rPr>
              <a:t>如何编写一个 SubAgent？</a:t>
            </a:r>
            <a:endParaRPr sz="2000" b="1" dirty="0" smtClean="0">
              <a:sym typeface="+mn-ea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332105" y="610870"/>
            <a:ext cx="11210290" cy="585787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30000"/>
              </a:lnSpc>
            </a:pPr>
            <a:b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b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   </a:t>
            </a:r>
            <a:br>
              <a:rPr lang="zh-CN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2105" y="628015"/>
            <a:ext cx="1035875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通过这个案例，可以把子代理理解为一个 “专职</a:t>
            </a:r>
            <a:r>
              <a:rPr lang="zh-CN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的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 code review </a:t>
            </a:r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小助手”：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- 它有自己的上下文窗口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- 它可以被授予独立的工具权限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- 它只负责某一类明确任务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- 它完成后把结果带回给主 Agent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从工程视角看，SubAgent 的价值主要体现在三点：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*   **上下文隔离**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*   **权限约束**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*   **复用**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</p:txBody>
      </p:sp>
      <p:pic>
        <p:nvPicPr>
          <p:cNvPr id="2" name="图片 1" descr="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2665" y="1099185"/>
            <a:ext cx="6109335" cy="459168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32105" y="4387850"/>
            <a:ext cx="5894705" cy="1823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lnSpc>
                <a:spcPct val="100000"/>
              </a:lnSpc>
              <a:buClrTx/>
              <a:buSzTx/>
              <a:buNone/>
            </a:pPr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配置要点（速查）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 lvl="0" algn="l">
              <a:lnSpc>
                <a:spcPct val="100000"/>
              </a:lnSpc>
              <a:buClrTx/>
              <a:buSzTx/>
              <a:buNone/>
            </a:pP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lvl="0" algn="l">
              <a:lnSpc>
                <a:spcPct val="100000"/>
              </a:lnSpc>
              <a:buClrTx/>
              <a:buSzTx/>
              <a:buNone/>
            </a:pPr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name / description：必填；description 决定触发时机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buClrTx/>
              <a:buSzTx/>
              <a:buNone/>
            </a:pPr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tools / disallowedTools：白名单或黑名单，择一即可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model：haiku / sonnet / opus / inherit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permissionMode：如 plan 偏只读探索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skills：加载领域知识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hooks：工具层硬约束，比只写 Prompt 可靠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6" name="墨迹 5"/>
              <p14:cNvContentPartPr/>
              <p14:nvPr/>
            </p14:nvContentPartPr>
            <p14:xfrm>
              <a:off x="333375" y="5508625"/>
              <a:ext cx="603250" cy="4445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3"/>
            </p:blipFill>
            <p:spPr>
              <a:xfrm>
                <a:off x="333375" y="5508625"/>
                <a:ext cx="603250" cy="444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7" name="墨迹 6"/>
              <p14:cNvContentPartPr/>
              <p14:nvPr/>
            </p14:nvContentPartPr>
            <p14:xfrm>
              <a:off x="930275" y="2387600"/>
              <a:ext cx="2571750" cy="3175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5"/>
            </p:blipFill>
            <p:spPr>
              <a:xfrm>
                <a:off x="930275" y="2387600"/>
                <a:ext cx="2571750" cy="317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8" name="墨迹 7"/>
              <p14:cNvContentPartPr/>
              <p14:nvPr/>
            </p14:nvContentPartPr>
            <p14:xfrm>
              <a:off x="1152525" y="3403600"/>
              <a:ext cx="977900" cy="3175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7"/>
            </p:blipFill>
            <p:spPr>
              <a:xfrm>
                <a:off x="1152525" y="3403600"/>
                <a:ext cx="977900" cy="31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9" name="墨迹 8"/>
              <p14:cNvContentPartPr/>
              <p14:nvPr/>
            </p14:nvContentPartPr>
            <p14:xfrm>
              <a:off x="1187450" y="3660775"/>
              <a:ext cx="463550" cy="360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9"/>
            </p:blipFill>
            <p:spPr>
              <a:xfrm>
                <a:off x="1187450" y="3660775"/>
                <a:ext cx="46355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10" name="墨迹 9"/>
              <p14:cNvContentPartPr/>
              <p14:nvPr/>
            </p14:nvContentPartPr>
            <p14:xfrm>
              <a:off x="1003300" y="4035425"/>
              <a:ext cx="488950" cy="6350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11"/>
            </p:blipFill>
            <p:spPr>
              <a:xfrm>
                <a:off x="1003300" y="4035425"/>
                <a:ext cx="488950" cy="63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" p14:bwMode="auto">
            <p14:nvContentPartPr>
              <p14:cNvPr id="11" name="墨迹 10"/>
              <p14:cNvContentPartPr/>
              <p14:nvPr/>
            </p14:nvContentPartPr>
            <p14:xfrm>
              <a:off x="425450" y="6334125"/>
              <a:ext cx="1704975" cy="25400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13"/>
            </p:blipFill>
            <p:spPr>
              <a:xfrm>
                <a:off x="425450" y="6334125"/>
                <a:ext cx="1704975" cy="254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" p14:bwMode="auto">
            <p14:nvContentPartPr>
              <p14:cNvPr id="12" name="墨迹 11"/>
              <p14:cNvContentPartPr/>
              <p14:nvPr/>
            </p14:nvContentPartPr>
            <p14:xfrm>
              <a:off x="2625725" y="6251575"/>
              <a:ext cx="409575" cy="22225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15"/>
            </p:blipFill>
            <p:spPr>
              <a:xfrm>
                <a:off x="2625725" y="6251575"/>
                <a:ext cx="409575" cy="222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" p14:bwMode="auto">
            <p14:nvContentPartPr>
              <p14:cNvPr id="13" name="墨迹 12"/>
              <p14:cNvContentPartPr/>
              <p14:nvPr/>
            </p14:nvContentPartPr>
            <p14:xfrm>
              <a:off x="2619375" y="6213475"/>
              <a:ext cx="165100" cy="155575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17"/>
            </p:blipFill>
            <p:spPr>
              <a:xfrm>
                <a:off x="2619375" y="6213475"/>
                <a:ext cx="165100" cy="1555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8" p14:bwMode="auto">
            <p14:nvContentPartPr>
              <p14:cNvPr id="14" name="墨迹 13"/>
              <p14:cNvContentPartPr/>
              <p14:nvPr/>
            </p14:nvContentPartPr>
            <p14:xfrm>
              <a:off x="511175" y="6597650"/>
              <a:ext cx="1679575" cy="3175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19"/>
            </p:blipFill>
            <p:spPr>
              <a:xfrm>
                <a:off x="511175" y="6597650"/>
                <a:ext cx="1679575" cy="317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0" p14:bwMode="auto">
            <p14:nvContentPartPr>
              <p14:cNvPr id="15" name="墨迹 14"/>
              <p14:cNvContentPartPr/>
              <p14:nvPr/>
            </p14:nvContentPartPr>
            <p14:xfrm>
              <a:off x="7550150" y="1441450"/>
              <a:ext cx="1060450" cy="86995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21"/>
            </p:blipFill>
            <p:spPr>
              <a:xfrm>
                <a:off x="7550150" y="1441450"/>
                <a:ext cx="1060450" cy="8699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2" p14:bwMode="auto">
            <p14:nvContentPartPr>
              <p14:cNvPr id="16" name="墨迹 15"/>
              <p14:cNvContentPartPr/>
              <p14:nvPr/>
            </p14:nvContentPartPr>
            <p14:xfrm>
              <a:off x="6286500" y="1733550"/>
              <a:ext cx="403225" cy="22225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23"/>
            </p:blipFill>
            <p:spPr>
              <a:xfrm>
                <a:off x="6286500" y="1733550"/>
                <a:ext cx="403225" cy="222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4" p14:bwMode="auto">
            <p14:nvContentPartPr>
              <p14:cNvPr id="17" name="墨迹 16"/>
              <p14:cNvContentPartPr/>
              <p14:nvPr/>
            </p14:nvContentPartPr>
            <p14:xfrm>
              <a:off x="9620250" y="1476375"/>
              <a:ext cx="622300" cy="36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Id25"/>
            </p:blipFill>
            <p:spPr>
              <a:xfrm>
                <a:off x="9620250" y="1476375"/>
                <a:ext cx="622300" cy="360"/>
              </a:xfrm>
              <a:prstGeom prst="rect"/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32105" y="212090"/>
            <a:ext cx="272923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sz="2000" b="1" dirty="0" smtClean="0">
                <a:sym typeface="+mn-ea"/>
              </a:rPr>
              <a:t>什么时候该用子代理？</a:t>
            </a:r>
            <a:endParaRPr sz="2000" b="1" dirty="0" smtClean="0">
              <a:sym typeface="+mn-ea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332105" y="310515"/>
            <a:ext cx="11210290" cy="177038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30000"/>
              </a:lnSpc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并不是所有任务都需要 SubAgent。判断标准很简单：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当你发现任务具备“**高噪声、需要隔离、可拆分**”这些特点时，就</a:t>
            </a:r>
            <a: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可以</a:t>
            </a: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考虑引入子代理。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1. 高噪声任务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典型场景包括：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- 跑测试用例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- 分析错误日志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- 排查构建输出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- 检查大规模检索结果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这类任务的共同点是：过程信息很多，但主 Agent 真正需要的往往只是结论。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185025" y="1721485"/>
            <a:ext cx="4064000" cy="34461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2. 有权限隔离要求的任务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例如：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- 代码审查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- 安全审计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- 只读数据库查询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- 配置检查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这些任务通常不希望 Agent 修改代码或执行高风险操作，因此适合通过 SubAgent 严格约束工具权限。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32105" y="212090"/>
            <a:ext cx="272923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sz="2000" b="1" dirty="0" smtClean="0">
                <a:sym typeface="+mn-ea"/>
              </a:rPr>
              <a:t>什么时候该用子代理？</a:t>
            </a:r>
            <a:endParaRPr sz="2000" b="1" dirty="0" smtClean="0">
              <a:sym typeface="+mn-ea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332105" y="704850"/>
            <a:ext cx="11210290" cy="177038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3. 可并行拆分的任务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例如同时做下面三件事：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- 跑测试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- 分析错误日志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- 做代码审查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如果这些任务相互独立，没有直接依赖关系，那么就可以交给多个 SubAgent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 并行处理，最后由主 Agent 统一汇总结果。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220585" y="610870"/>
            <a:ext cx="4064000" cy="34461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4. 明确分阶段的流水线任务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例如修复一个 bug，通常会经历四个阶段：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1. 定位问题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2. 分析原因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3. 实施修复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4. 验证结果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这种任务的特点是阶段之间有依赖关系，上一个阶段的输出，会成为下一个阶段的输入，因此更适合按流水线方式编排多个子代理。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22605" y="4658995"/>
            <a:ext cx="9924415" cy="1906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  <a:buClrTx/>
              <a:buSzTx/>
              <a:buNone/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&gt; ‼️ 重要原则：子代理应该由主 Agent 创建，不要在子代理内再创建新的子代理。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87020" y="212090"/>
            <a:ext cx="268795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sz="2000" b="1" dirty="0" smtClean="0">
                <a:sym typeface="+mn-ea"/>
              </a:rPr>
              <a:t>SubAgent 工作流编排</a:t>
            </a:r>
            <a:endParaRPr sz="2000" b="1" dirty="0" smtClean="0">
              <a:sym typeface="+mn-ea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377825" y="727710"/>
            <a:ext cx="10653395" cy="45720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理解了 SubAgent 的上下文隔离、权限控制和能力复用之后，下一步就是思考：如何根据业务场景去编排这些子代理。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实际工作里，最常见的是两种模式：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- 并行模式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- 流水线模式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7825" y="2599690"/>
            <a:ext cx="4923155" cy="37255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并行场景：接手一个新项目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假设一位前端同学转做全栈，开始接手一个新的后端项目。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为了快速理解系统，他通常需要分别摸清多个模块：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```text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1. 理解 Auth 模块代码：4 小时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2. 理解 Database 模块代码：8 小时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3. 理解 API 模块代码：3 小时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综合理解：?? （我记不起来了 😩）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```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endParaRPr lang="zh-CN"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28995" y="1230630"/>
            <a:ext cx="5912485" cy="56235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如果完全靠人工逐个阅读，成本很高，而且每理解完一个模块，还要重新把记忆拼接起来。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在 AI 场景下，我们可以把这类任务拆给多个 SubAgent 并行完成：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  <p:pic>
        <p:nvPicPr>
          <p:cNvPr id="5" name="图片 4" descr="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020" y="2599690"/>
            <a:ext cx="6370955" cy="372554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852920" y="3605530"/>
            <a:ext cx="4064000" cy="2045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- 一个 SubAgent 负责 Auth 模块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- 一个 SubAgent 负责 Database 模块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- 一个 SubAgent 负责 API 模块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它们各自完成探索后，把结构化结论返回给主 Agent，再由主 Agent 做统一整合：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928995" y="5985510"/>
            <a:ext cx="6096000" cy="6502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  <a:buClrTx/>
              <a:buSzTx/>
              <a:buNone/>
            </a:pPr>
            <a:endParaRPr sz="1400" dirty="0">
              <a:solidFill>
                <a:srgbClr val="FF0000"/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rgbClr val="FF0000"/>
                </a:solidFill>
                <a:latin typeface="微软雅黑" charset="0"/>
                <a:ea typeface="微软雅黑" charset="0"/>
                <a:sym typeface="+mn-ea"/>
              </a:rPr>
              <a:t>&gt; 并行探索有一个隐含前提：这些子任务之间不能存在强依赖关系</a:t>
            </a:r>
            <a:endParaRPr lang="zh-CN" altLang="en-US" sz="1400" dirty="0">
              <a:solidFill>
                <a:srgbClr val="FF0000"/>
              </a:solidFill>
              <a:latin typeface="微软雅黑" charset="0"/>
              <a:ea typeface="微软雅黑" charset="0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925" y="340360"/>
            <a:ext cx="8058150" cy="617728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8" name="墨迹 7"/>
              <p14:cNvContentPartPr/>
              <p14:nvPr/>
            </p14:nvContentPartPr>
            <p14:xfrm>
              <a:off x="3492500" y="701675"/>
              <a:ext cx="1562100" cy="46355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4"/>
            </p:blipFill>
            <p:spPr>
              <a:xfrm>
                <a:off x="3492500" y="701675"/>
                <a:ext cx="1562100" cy="4635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10" name="墨迹 9"/>
              <p14:cNvContentPartPr/>
              <p14:nvPr/>
            </p14:nvContentPartPr>
            <p14:xfrm>
              <a:off x="3606800" y="1362075"/>
              <a:ext cx="1879600" cy="1558925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6"/>
            </p:blipFill>
            <p:spPr>
              <a:xfrm>
                <a:off x="3606800" y="1362075"/>
                <a:ext cx="1879600" cy="1558925"/>
              </a:xfrm>
              <a:prstGeom prst="rect"/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87020" y="212090"/>
            <a:ext cx="268795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sz="2000" b="1" dirty="0" smtClean="0">
                <a:sym typeface="+mn-ea"/>
              </a:rPr>
              <a:t>SubAgent 工作流编排</a:t>
            </a:r>
            <a:endParaRPr sz="2000" b="1" dirty="0" smtClean="0">
              <a:sym typeface="+mn-ea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377825" y="727710"/>
            <a:ext cx="10653395" cy="45720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串行场景：修复 Bug 流水线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与并行场景不同，修复 bug 往往是一个天然分阶段的流程。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通常会经历以下几个步骤：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1. 定位问题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2. 分析</a:t>
            </a:r>
            <a: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问题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3. </a:t>
            </a:r>
            <a: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解决问题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4. 验证</a:t>
            </a:r>
            <a: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问题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这种情况下，每一步都依赖前一步的输出，因此更适合采用流水线式的编排：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你可以让不同的 SubAgent 分别负责不同阶段，主 Agent 负责在每个阶段之间进行交接和整合。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如果所有阶段都交给主 Agent 一次性完成，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那么问题定位过程</a:t>
            </a:r>
            <a: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（不需要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 Wirte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、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Edit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权限</a:t>
            </a:r>
            <a: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）</a:t>
            </a: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、</a:t>
            </a:r>
            <a: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分析</a:t>
            </a: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过程、修改过程、验证过程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会全部混在同一上下文中，很容易造成注意力分散</a:t>
            </a:r>
            <a: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，权限控制混乱。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而使用流水线拆分后，主 Agent 只需要关注“当前阶段最需要的输入和输出”，整个修复过程会更清晰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</p:txBody>
      </p:sp>
      <p:pic>
        <p:nvPicPr>
          <p:cNvPr id="2" name="图片 1" descr="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9935" y="1647190"/>
            <a:ext cx="8333740" cy="211899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370" y="397510"/>
            <a:ext cx="7054850" cy="471233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835" y="0"/>
            <a:ext cx="8181340" cy="662114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5" name="墨迹 4"/>
              <p14:cNvContentPartPr/>
              <p14:nvPr/>
            </p14:nvContentPartPr>
            <p14:xfrm>
              <a:off x="882650" y="5473700"/>
              <a:ext cx="3067050" cy="4445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5"/>
            </p:blipFill>
            <p:spPr>
              <a:xfrm>
                <a:off x="882650" y="5473700"/>
                <a:ext cx="3067050" cy="444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6" name="墨迹 5"/>
              <p14:cNvContentPartPr/>
              <p14:nvPr/>
            </p14:nvContentPartPr>
            <p14:xfrm>
              <a:off x="4375150" y="5467350"/>
              <a:ext cx="911225" cy="36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7"/>
            </p:blipFill>
            <p:spPr>
              <a:xfrm>
                <a:off x="4375150" y="5467350"/>
                <a:ext cx="91122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8" name="墨迹 7"/>
              <p14:cNvContentPartPr/>
              <p14:nvPr/>
            </p14:nvContentPartPr>
            <p14:xfrm>
              <a:off x="2632075" y="5060950"/>
              <a:ext cx="1069975" cy="415925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9"/>
            </p:blipFill>
            <p:spPr>
              <a:xfrm>
                <a:off x="2632075" y="5060950"/>
                <a:ext cx="1069975" cy="4159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9" name="墨迹 8"/>
              <p14:cNvContentPartPr/>
              <p14:nvPr/>
            </p14:nvContentPartPr>
            <p14:xfrm>
              <a:off x="704850" y="3867150"/>
              <a:ext cx="396875" cy="333375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11"/>
            </p:blipFill>
            <p:spPr>
              <a:xfrm>
                <a:off x="704850" y="3867150"/>
                <a:ext cx="396875" cy="3333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" p14:bwMode="auto">
            <p14:nvContentPartPr>
              <p14:cNvPr id="10" name="墨迹 9"/>
              <p14:cNvContentPartPr/>
              <p14:nvPr/>
            </p14:nvContentPartPr>
            <p14:xfrm>
              <a:off x="1006475" y="4025900"/>
              <a:ext cx="327025" cy="974725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13"/>
            </p:blipFill>
            <p:spPr>
              <a:xfrm>
                <a:off x="1006475" y="4025900"/>
                <a:ext cx="327025" cy="9747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" p14:bwMode="auto">
            <p14:nvContentPartPr>
              <p14:cNvPr id="11" name="墨迹 10"/>
              <p14:cNvContentPartPr/>
              <p14:nvPr/>
            </p14:nvContentPartPr>
            <p14:xfrm>
              <a:off x="1231900" y="4835525"/>
              <a:ext cx="228600" cy="190500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15"/>
            </p:blipFill>
            <p:spPr>
              <a:xfrm>
                <a:off x="1231900" y="4835525"/>
                <a:ext cx="228600" cy="1905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" p14:bwMode="auto">
            <p14:nvContentPartPr>
              <p14:cNvPr id="12" name="墨迹 11"/>
              <p14:cNvContentPartPr/>
              <p14:nvPr/>
            </p14:nvContentPartPr>
            <p14:xfrm>
              <a:off x="1235075" y="5197475"/>
              <a:ext cx="831850" cy="330200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17"/>
            </p:blipFill>
            <p:spPr>
              <a:xfrm>
                <a:off x="1235075" y="5197475"/>
                <a:ext cx="831850" cy="3302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8" p14:bwMode="auto">
            <p14:nvContentPartPr>
              <p14:cNvPr id="13" name="墨迹 12"/>
              <p14:cNvContentPartPr/>
              <p14:nvPr/>
            </p14:nvContentPartPr>
            <p14:xfrm>
              <a:off x="2911475" y="5175250"/>
              <a:ext cx="1276350" cy="104775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19"/>
            </p:blipFill>
            <p:spPr>
              <a:xfrm>
                <a:off x="2911475" y="5175250"/>
                <a:ext cx="1276350" cy="1047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0" p14:bwMode="auto">
            <p14:nvContentPartPr>
              <p14:cNvPr id="14" name="墨迹 13"/>
              <p14:cNvContentPartPr/>
              <p14:nvPr/>
            </p14:nvContentPartPr>
            <p14:xfrm>
              <a:off x="4133850" y="5229225"/>
              <a:ext cx="200025" cy="13335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21"/>
            </p:blipFill>
            <p:spPr>
              <a:xfrm>
                <a:off x="4133850" y="5229225"/>
                <a:ext cx="200025" cy="1333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2" p14:bwMode="auto">
            <p14:nvContentPartPr>
              <p14:cNvPr id="15" name="墨迹 14"/>
              <p14:cNvContentPartPr/>
              <p14:nvPr/>
            </p14:nvContentPartPr>
            <p14:xfrm>
              <a:off x="4359275" y="5184775"/>
              <a:ext cx="669925" cy="365125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23"/>
            </p:blipFill>
            <p:spPr>
              <a:xfrm>
                <a:off x="4359275" y="5184775"/>
                <a:ext cx="669925" cy="3651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4" p14:bwMode="auto">
            <p14:nvContentPartPr>
              <p14:cNvPr id="16" name="墨迹 15"/>
              <p14:cNvContentPartPr/>
              <p14:nvPr/>
            </p14:nvContentPartPr>
            <p14:xfrm>
              <a:off x="4733925" y="5133975"/>
              <a:ext cx="517525" cy="149225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25"/>
            </p:blipFill>
            <p:spPr>
              <a:xfrm>
                <a:off x="4733925" y="5133975"/>
                <a:ext cx="517525" cy="1492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6" p14:bwMode="auto">
            <p14:nvContentPartPr>
              <p14:cNvPr id="17" name="墨迹 16"/>
              <p14:cNvContentPartPr/>
              <p14:nvPr/>
            </p14:nvContentPartPr>
            <p14:xfrm>
              <a:off x="5102225" y="5222875"/>
              <a:ext cx="171450" cy="8255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Id27"/>
            </p:blipFill>
            <p:spPr>
              <a:xfrm>
                <a:off x="5102225" y="5222875"/>
                <a:ext cx="171450" cy="825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8" p14:bwMode="auto">
            <p14:nvContentPartPr>
              <p14:cNvPr id="18" name="墨迹 17"/>
              <p14:cNvContentPartPr/>
              <p14:nvPr/>
            </p14:nvContentPartPr>
            <p14:xfrm>
              <a:off x="5226050" y="5102225"/>
              <a:ext cx="711200" cy="406400"/>
            </p14:xfrm>
          </p:contentPart>
        </mc:Choice>
        <mc:Fallback xmlns="">
          <p:pic>
            <p:nvPicPr>
              <p:cNvPr id="18" name="墨迹 17"/>
            </p:nvPicPr>
            <p:blipFill>
              <a:blip r:embed="rId29"/>
            </p:blipFill>
            <p:spPr>
              <a:xfrm>
                <a:off x="5226050" y="5102225"/>
                <a:ext cx="711200" cy="4064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0" p14:bwMode="auto">
            <p14:nvContentPartPr>
              <p14:cNvPr id="19" name="墨迹 18"/>
              <p14:cNvContentPartPr/>
              <p14:nvPr/>
            </p14:nvContentPartPr>
            <p14:xfrm>
              <a:off x="5803900" y="5105400"/>
              <a:ext cx="473075" cy="69850"/>
            </p14:xfrm>
          </p:contentPart>
        </mc:Choice>
        <mc:Fallback xmlns="">
          <p:pic>
            <p:nvPicPr>
              <p:cNvPr id="19" name="墨迹 18"/>
            </p:nvPicPr>
            <p:blipFill>
              <a:blip r:embed="rId31"/>
            </p:blipFill>
            <p:spPr>
              <a:xfrm>
                <a:off x="5803900" y="5105400"/>
                <a:ext cx="473075" cy="698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2" p14:bwMode="auto">
            <p14:nvContentPartPr>
              <p14:cNvPr id="20" name="墨迹 19"/>
              <p14:cNvContentPartPr/>
              <p14:nvPr/>
            </p14:nvContentPartPr>
            <p14:xfrm>
              <a:off x="6121400" y="5124450"/>
              <a:ext cx="180975" cy="60325"/>
            </p14:xfrm>
          </p:contentPart>
        </mc:Choice>
        <mc:Fallback xmlns="">
          <p:pic>
            <p:nvPicPr>
              <p:cNvPr id="20" name="墨迹 19"/>
            </p:nvPicPr>
            <p:blipFill>
              <a:blip r:embed="rId33"/>
            </p:blipFill>
            <p:spPr>
              <a:xfrm>
                <a:off x="6121400" y="5124450"/>
                <a:ext cx="180975" cy="603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4" p14:bwMode="auto">
            <p14:nvContentPartPr>
              <p14:cNvPr id="21" name="墨迹 20"/>
              <p14:cNvContentPartPr/>
              <p14:nvPr/>
            </p14:nvContentPartPr>
            <p14:xfrm>
              <a:off x="4692650" y="2301875"/>
              <a:ext cx="882650" cy="2282825"/>
            </p14:xfrm>
          </p:contentPart>
        </mc:Choice>
        <mc:Fallback xmlns="">
          <p:pic>
            <p:nvPicPr>
              <p:cNvPr id="21" name="墨迹 20"/>
            </p:nvPicPr>
            <p:blipFill>
              <a:blip r:embed="rId35"/>
            </p:blipFill>
            <p:spPr>
              <a:xfrm>
                <a:off x="4692650" y="2301875"/>
                <a:ext cx="882650" cy="22828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6" p14:bwMode="auto">
            <p14:nvContentPartPr>
              <p14:cNvPr id="22" name="墨迹 21"/>
              <p14:cNvContentPartPr/>
              <p14:nvPr/>
            </p14:nvContentPartPr>
            <p14:xfrm>
              <a:off x="4959350" y="1641475"/>
              <a:ext cx="371475" cy="2495550"/>
            </p14:xfrm>
          </p:contentPart>
        </mc:Choice>
        <mc:Fallback xmlns="">
          <p:pic>
            <p:nvPicPr>
              <p:cNvPr id="22" name="墨迹 21"/>
            </p:nvPicPr>
            <p:blipFill>
              <a:blip r:embed="rId37"/>
            </p:blipFill>
            <p:spPr>
              <a:xfrm>
                <a:off x="4959350" y="1641475"/>
                <a:ext cx="371475" cy="24955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8" p14:bwMode="auto">
            <p14:nvContentPartPr>
              <p14:cNvPr id="23" name="墨迹 22"/>
              <p14:cNvContentPartPr/>
              <p14:nvPr/>
            </p14:nvContentPartPr>
            <p14:xfrm>
              <a:off x="7162800" y="1397000"/>
              <a:ext cx="939800" cy="3086100"/>
            </p14:xfrm>
          </p:contentPart>
        </mc:Choice>
        <mc:Fallback xmlns="">
          <p:pic>
            <p:nvPicPr>
              <p:cNvPr id="23" name="墨迹 22"/>
            </p:nvPicPr>
            <p:blipFill>
              <a:blip r:embed="rId39"/>
            </p:blipFill>
            <p:spPr>
              <a:xfrm>
                <a:off x="7162800" y="1397000"/>
                <a:ext cx="939800" cy="30861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0" p14:bwMode="auto">
            <p14:nvContentPartPr>
              <p14:cNvPr id="24" name="墨迹 23"/>
              <p14:cNvContentPartPr/>
              <p14:nvPr/>
            </p14:nvContentPartPr>
            <p14:xfrm>
              <a:off x="8607425" y="1473200"/>
              <a:ext cx="596900" cy="2816225"/>
            </p14:xfrm>
          </p:contentPart>
        </mc:Choice>
        <mc:Fallback xmlns="">
          <p:pic>
            <p:nvPicPr>
              <p:cNvPr id="24" name="墨迹 23"/>
            </p:nvPicPr>
            <p:blipFill>
              <a:blip r:embed="rId41"/>
            </p:blipFill>
            <p:spPr>
              <a:xfrm>
                <a:off x="8607425" y="1473200"/>
                <a:ext cx="596900" cy="2816225"/>
              </a:xfrm>
              <a:prstGeom prst="rect"/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87020" y="212090"/>
            <a:ext cx="315150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sz="2000" b="1" dirty="0" smtClean="0">
                <a:sym typeface="+mn-ea"/>
              </a:rPr>
              <a:t>并行 vs 流水线：怎么选？</a:t>
            </a:r>
            <a:endParaRPr sz="2000" b="1" dirty="0" smtClean="0">
              <a:sym typeface="+mn-ea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377825" y="727710"/>
            <a:ext cx="10653395" cy="45720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判断标准其实很直接：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- 任务之间独立吗？独立就适合并行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- 任务之间有依赖吗？有依赖就适合流水线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当然，真实场景里并不总是纯粹的并行或纯粹的串行。很多时候会是“先串行定位，再并行分析；最后再串行汇总”的混合模式。编排方式应该围绕业务依赖关系来设计，而不是为了多 Agent 而多 Agent。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</p:txBody>
      </p:sp>
      <p:pic>
        <p:nvPicPr>
          <p:cNvPr id="2" name="图片 1" descr="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4045" y="3005455"/>
            <a:ext cx="8371840" cy="35972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87020" y="212090"/>
            <a:ext cx="334835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sz="2000" b="1" dirty="0" smtClean="0">
                <a:sym typeface="+mn-ea"/>
              </a:rPr>
              <a:t>SubAgent Team：团队协作</a:t>
            </a:r>
            <a:endParaRPr sz="2000" b="1" dirty="0" smtClean="0">
              <a:sym typeface="+mn-ea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292100" y="590550"/>
            <a:ext cx="10653395" cy="45720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前面提到的 SubAgent，本质上仍然是由主 Agent 调度、彼此相互隔离的执行单元。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这种方式已经能解决很多问题，但它也有一个天然限制：子代理之间通常不能直接交流。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这意味着在一些复杂问题中，不同子代理即使各自发现了关键线索，也可能因为无法互相看到对方的发现，而错过真正的交叉结论。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92100" y="1648460"/>
            <a:ext cx="10970260" cy="3766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600" b="1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一个典型例子</a:t>
            </a:r>
            <a:endParaRPr sz="1600" b="1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假设你的系统出现了一个诡异 bug：用户登录后偶尔会话丢失，而且没有明显规律。你怀疑可能有三类原因：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- 假设 A：JWT token 的过期时间计算有问题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- 假设 B：Redis session 存储</a:t>
            </a:r>
            <a: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问题</a:t>
            </a:r>
            <a:endParaRPr lang="zh-CN"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- 假设 C：负载均衡器的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 </a:t>
            </a: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sticky </a:t>
            </a: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 session 配置异常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如果用普通 SubAgent 处理，可能会像这样：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每个子代理都在自己的上下文里独立调查，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但彼此无法直接交换发现。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  <p:pic>
        <p:nvPicPr>
          <p:cNvPr id="3" name="图片 2" descr="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5930" y="2660015"/>
            <a:ext cx="5188585" cy="40322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92100" y="5000625"/>
            <a:ext cx="10460355" cy="2322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比如子代理 B 如果能看到子代理 C 的发现，它可能会进一步意识到：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Redis 连接数上限问题，可能不是单纯的缓存问题，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而是 sticky session 在 5 分钟后切换机器，触发了新的 Redis 连接建立。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这类需要多视角交叉验证和相互挑战的问题，就是 Agent Team 要解决的场景：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让多个 Agent 不只是“分别干活”，而是可以围绕同一个问题协作推进。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6" name="图片 5" descr="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090" y="429260"/>
            <a:ext cx="7528560" cy="4271010"/>
          </a:xfrm>
          <a:prstGeom prst="rect">
            <a:avLst/>
          </a:prstGeom>
        </p:spPr>
      </p:pic>
      <p:pic>
        <p:nvPicPr>
          <p:cNvPr id="7" name="图片 6" descr="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55" y="824230"/>
            <a:ext cx="11946255" cy="57556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32555" y="3280410"/>
            <a:ext cx="4425950" cy="97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600">
              <a:lnSpc>
                <a:spcPct val="130000"/>
              </a:lnSpc>
            </a:pPr>
            <a:r>
              <a:rPr lang="en-US" altLang="zh-CN" sz="4400" b="1" dirty="0">
                <a:latin typeface="+mj-lt"/>
                <a:ea typeface="微软雅黑" charset="0"/>
              </a:rPr>
              <a:t>PART</a:t>
            </a:r>
            <a:r>
              <a:rPr lang="zh-CN" altLang="en-US" sz="4400" b="1" dirty="0">
                <a:latin typeface="+mj-lt"/>
                <a:ea typeface="微软雅黑" charset="0"/>
              </a:rPr>
              <a:t> </a:t>
            </a:r>
            <a:r>
              <a:rPr lang="en-US" altLang="zh-CN" sz="4400" b="1" dirty="0">
                <a:latin typeface="+mj-lt"/>
                <a:ea typeface="微软雅黑" charset="0"/>
              </a:rPr>
              <a:t>THREE</a:t>
            </a:r>
            <a:endParaRPr lang="en-US" altLang="zh-CN" sz="4400" b="1" dirty="0">
              <a:latin typeface="+mj-lt"/>
              <a:ea typeface="微软雅黑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178050" y="2378075"/>
            <a:ext cx="8376920" cy="18732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609600">
              <a:lnSpc>
                <a:spcPct val="130000"/>
              </a:lnSpc>
            </a:pPr>
            <a:r>
              <a:rPr lang="zh-CN" sz="6000" b="1" dirty="0" smtClean="0">
                <a:latin typeface="+mj-lt"/>
                <a:ea typeface="微软雅黑" charset="0"/>
                <a:sym typeface="+mn-ea"/>
              </a:rPr>
              <a:t>总结</a:t>
            </a:r>
            <a:endParaRPr lang="zh-CN" sz="6000" b="1" dirty="0" smtClean="0">
              <a:latin typeface="+mj-lt"/>
              <a:ea typeface="微软雅黑" charset="0"/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889817" y="4139690"/>
            <a:ext cx="2412366" cy="11334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440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83210" y="189230"/>
            <a:ext cx="69215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sz="2000" b="1" dirty="0" smtClean="0">
                <a:sym typeface="+mn-ea"/>
              </a:rPr>
              <a:t>总结</a:t>
            </a:r>
            <a:endParaRPr lang="zh-CN" sz="2000" b="1" dirty="0" smtClean="0"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335915" y="804545"/>
            <a:ext cx="7317740" cy="3359150"/>
          </a:xfrm>
          <a:prstGeom prst="rect">
            <a:avLst/>
          </a:prstGeom>
        </p:spPr>
        <p:txBody>
          <a:bodyPr wrap="square">
            <a:noAutofit/>
          </a:bodyPr>
          <a:p>
            <a:pPr marL="0" algn="l">
              <a:lnSpc>
                <a:spcPct val="130000"/>
              </a:lnSpc>
              <a:buClrTx/>
              <a:buSzTx/>
              <a:buNone/>
            </a:pPr>
            <a:r>
              <a:rPr i="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分享至此，此时你或许忘记了 SubAgent 具体的配置细节，</a:t>
            </a:r>
            <a:endParaRPr i="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marL="0" algn="l">
              <a:lnSpc>
                <a:spcPct val="130000"/>
              </a:lnSpc>
              <a:buClrTx/>
              <a:buSzTx/>
              <a:buNone/>
            </a:pPr>
            <a:r>
              <a:rPr i="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但</a:t>
            </a:r>
            <a:r>
              <a:rPr lang="zh-CN" i="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没有关系，因为</a:t>
            </a:r>
            <a:r>
              <a:rPr lang="zh-CN" i="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这并不重要</a:t>
            </a:r>
            <a:r>
              <a:rPr i="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。</a:t>
            </a:r>
            <a:endParaRPr i="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marL="0" algn="l">
              <a:lnSpc>
                <a:spcPct val="130000"/>
              </a:lnSpc>
              <a:buClrTx/>
              <a:buSzTx/>
              <a:buNone/>
            </a:pPr>
            <a:r>
              <a:rPr i="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重要的是，当你在处理繁琐的任务中，遇到上下文膨胀、权限不清晰，职责混乱的情况下，可以</a:t>
            </a:r>
            <a:r>
              <a:rPr lang="zh-CN" i="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考虑</a:t>
            </a:r>
            <a:r>
              <a:rPr i="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使用 subAgent 去编排你的工作流。</a:t>
            </a:r>
            <a:endParaRPr i="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marL="0" algn="l">
              <a:lnSpc>
                <a:spcPct val="130000"/>
              </a:lnSpc>
              <a:buClrTx/>
              <a:buSzTx/>
              <a:buNone/>
            </a:pPr>
            <a:endParaRPr i="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marL="0" algn="l">
              <a:lnSpc>
                <a:spcPct val="130000"/>
              </a:lnSpc>
              <a:buClrTx/>
              <a:buSzTx/>
              <a:buNone/>
            </a:pPr>
            <a:endParaRPr i="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marL="0" algn="l">
              <a:lnSpc>
                <a:spcPct val="130000"/>
              </a:lnSpc>
              <a:buClrTx/>
              <a:buSzTx/>
              <a:buNone/>
            </a:pPr>
            <a:endParaRPr lang="zh-CN" altLang="en-US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5915" y="3867150"/>
            <a:ext cx="7530465" cy="14471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algn="l">
              <a:lnSpc>
                <a:spcPct val="130000"/>
              </a:lnSpc>
              <a:buClrTx/>
              <a:buSzTx/>
              <a:buNone/>
            </a:pPr>
            <a:endParaRPr i="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marL="0" algn="l">
              <a:lnSpc>
                <a:spcPct val="130000"/>
              </a:lnSpc>
              <a:buClrTx/>
              <a:buSzTx/>
              <a:buNone/>
            </a:pPr>
            <a:r>
              <a:rPr lang="zh-CN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人生或许也亦是如此，而我们恰好是定义这场人生工作流的主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 Agent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，</a:t>
            </a:r>
            <a:b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</a:b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找到自己喜欢的方式去编排，或许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是正确且成功的。</a:t>
            </a:r>
            <a:endParaRPr lang="zh-CN" altLang="en-US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35915" y="2853055"/>
            <a:ext cx="75304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Claude Code 的 SubAgent 机制，本质是一套任务分工、边界清晰、</a:t>
            </a:r>
            <a:r>
              <a:rPr lang="zh-CN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职</a:t>
            </a:r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责</a:t>
            </a:r>
            <a:r>
              <a:rPr lang="zh-CN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对等</a:t>
            </a:r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、结果导向的协作哲学</a:t>
            </a:r>
            <a:endParaRPr i="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753235" y="2771890"/>
            <a:ext cx="8685530" cy="11068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800" b="1" dirty="0"/>
              <a:t>THANK </a:t>
            </a:r>
            <a:r>
              <a:rPr lang="en-US" altLang="zh-CN" sz="4800" b="1" dirty="0" smtClean="0"/>
              <a:t>YOU FOR </a:t>
            </a:r>
            <a:r>
              <a:rPr lang="en-US" altLang="zh-CN" sz="4800" b="1" dirty="0"/>
              <a:t>WATCHING</a:t>
            </a:r>
            <a:br>
              <a:rPr lang="en-US" altLang="zh-CN" sz="4800" b="1" dirty="0"/>
            </a:br>
            <a:r>
              <a:rPr lang="zh-CN" altLang="en-US" b="1" dirty="0"/>
              <a:t>你盼世界，我盼你无</a:t>
            </a:r>
            <a:r>
              <a:rPr lang="en-US" altLang="zh-CN" b="1" dirty="0"/>
              <a:t>bug</a:t>
            </a:r>
            <a:endParaRPr lang="en-US" altLang="zh-CN" b="1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6">
      <a:majorFont>
        <a:latin typeface="Segoe UI"/>
        <a:ea typeface="宋体"/>
        <a:cs typeface=""/>
      </a:majorFont>
      <a:minorFont>
        <a:latin typeface="Segoe UI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4482</Words>
  <Application>WPS 演示</Application>
  <PresentationFormat>宽屏</PresentationFormat>
  <Paragraphs>318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9" baseType="lpstr">
      <vt:lpstr>Arial</vt:lpstr>
      <vt:lpstr>宋体</vt:lpstr>
      <vt:lpstr>Wingdings</vt:lpstr>
      <vt:lpstr>Segoe UI Light</vt:lpstr>
      <vt:lpstr>苹方-简</vt:lpstr>
      <vt:lpstr>Segoe UI Light</vt:lpstr>
      <vt:lpstr>Thonburi</vt:lpstr>
      <vt:lpstr>微软雅黑</vt:lpstr>
      <vt:lpstr>微软雅黑</vt:lpstr>
      <vt:lpstr>Century Gothic</vt:lpstr>
      <vt:lpstr>汉仪旗黑</vt:lpstr>
      <vt:lpstr>Segoe UI</vt:lpstr>
      <vt:lpstr>微软雅黑</vt:lpstr>
      <vt:lpstr>宋体</vt:lpstr>
      <vt:lpstr>Arial Unicode MS</vt:lpstr>
      <vt:lpstr>Calibri</vt:lpstr>
      <vt:lpstr>Helvetica Neue</vt:lpstr>
      <vt:lpstr>汉仪书宋二KW</vt:lpstr>
      <vt:lpstr>Apple Color Emoji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BOSSPPT2017-2018极简风格</dc:title>
  <dc:creator>BOSSPPT 2017-2018</dc:creator>
  <cp:keywords>BOSSPPT顶尖职业文案</cp:keywords>
  <dc:description>BOSSPPT致力于提供高质量，有品质的模板，拒绝垃圾模板！
本模板由bossppt设计师制作或制作师二次制作整理，bossppt为此花费了大量心血。
如果非本店购买，请直接向盗版店进行索赔。
本店淘宝唯一购买网址：https://chinappt.taobao.com</dc:description>
  <dc:subject>BOSSPPT 2017-2018</dc:subject>
  <cp:category>店铺： BOSSPPT顶尖职业文案</cp:category>
  <cp:lastModifiedBy>陈烁峰</cp:lastModifiedBy>
  <cp:revision>303</cp:revision>
  <dcterms:created xsi:type="dcterms:W3CDTF">2026-03-27T09:05:03Z</dcterms:created>
  <dcterms:modified xsi:type="dcterms:W3CDTF">2026-03-27T09:05:03Z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18686F07AE188EE1FE3F1463A662DF5F</vt:lpwstr>
  </property>
  <property fmtid="{D5CDD505-2E9C-101B-9397-08002B2CF9AE}" pid="3" name="KSOProductBuildVer">
    <vt:lpwstr>2052-6.8.2.8850</vt:lpwstr>
  </property>
</Properties>
</file>